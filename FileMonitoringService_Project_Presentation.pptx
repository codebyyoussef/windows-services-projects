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36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7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1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6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6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91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9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6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63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09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11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7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6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29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5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7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File Monitoring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Windows Service Project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ar-M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What is File Monitoring Service.</a:t>
            </a:r>
          </a:p>
          <a:p>
            <a:pPr algn="l" rtl="0"/>
            <a:r>
              <a:rPr lang="en-US" dirty="0" smtClean="0"/>
              <a:t>Explain Service code.</a:t>
            </a:r>
          </a:p>
          <a:p>
            <a:pPr algn="l" rtl="0"/>
            <a:r>
              <a:rPr lang="en-US" dirty="0" smtClean="0"/>
              <a:t>Run and Test Service in Console mode.</a:t>
            </a:r>
          </a:p>
          <a:p>
            <a:pPr algn="l" rtl="0"/>
            <a:r>
              <a:rPr lang="en-US" dirty="0"/>
              <a:t>Build </a:t>
            </a:r>
            <a:r>
              <a:rPr lang="en-US" dirty="0" smtClean="0"/>
              <a:t>Instructions</a:t>
            </a:r>
            <a:endParaRPr lang="en-US" dirty="0"/>
          </a:p>
          <a:p>
            <a:pPr algn="l" rtl="0"/>
            <a:r>
              <a:rPr lang="en-US" dirty="0"/>
              <a:t>Service Installation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326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 smtClean="0"/>
              <a:t>What </a:t>
            </a:r>
            <a:r>
              <a:rPr lang="en-US" dirty="0"/>
              <a:t>is File Monitoring Service.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Monitor </a:t>
            </a:r>
            <a:r>
              <a:rPr dirty="0"/>
              <a:t>source folder</a:t>
            </a:r>
          </a:p>
          <a:p>
            <a:pPr algn="l" rtl="0"/>
            <a:r>
              <a:rPr dirty="0" smtClean="0"/>
              <a:t>Detect </a:t>
            </a:r>
            <a:r>
              <a:rPr dirty="0"/>
              <a:t>new files</a:t>
            </a:r>
          </a:p>
          <a:p>
            <a:pPr algn="l" rtl="0"/>
            <a:r>
              <a:rPr dirty="0" smtClean="0"/>
              <a:t>Rename </a:t>
            </a:r>
            <a:r>
              <a:rPr dirty="0"/>
              <a:t>with GUID</a:t>
            </a:r>
          </a:p>
          <a:p>
            <a:pPr algn="l" rtl="0"/>
            <a:r>
              <a:rPr dirty="0" smtClean="0"/>
              <a:t>Move </a:t>
            </a:r>
            <a:r>
              <a:rPr dirty="0"/>
              <a:t>to destination folder</a:t>
            </a:r>
          </a:p>
          <a:p>
            <a:pPr algn="l" rtl="0"/>
            <a:r>
              <a:rPr dirty="0" smtClean="0"/>
              <a:t>Delete </a:t>
            </a:r>
            <a:r>
              <a:rPr dirty="0"/>
              <a:t>from source after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Build Instructions</a:t>
            </a:r>
            <a:endParaRPr lang="ar-M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Launch Visual Studio</a:t>
            </a:r>
          </a:p>
          <a:p>
            <a:pPr algn="l" rtl="0"/>
            <a:r>
              <a:rPr lang="en-US" dirty="0"/>
              <a:t>Open the FileMonitoringService.sln solution file.</a:t>
            </a:r>
          </a:p>
          <a:p>
            <a:pPr algn="l" rtl="0"/>
            <a:r>
              <a:rPr lang="en-US" dirty="0"/>
              <a:t>Open </a:t>
            </a:r>
            <a:r>
              <a:rPr lang="en-US" dirty="0" err="1"/>
              <a:t>App.config</a:t>
            </a:r>
            <a:r>
              <a:rPr lang="en-US" dirty="0"/>
              <a:t> and Update the folder paths</a:t>
            </a:r>
          </a:p>
          <a:p>
            <a:pPr algn="l" rtl="0"/>
            <a:r>
              <a:rPr lang="en-US" dirty="0"/>
              <a:t>Select Build → Build Solution.</a:t>
            </a:r>
          </a:p>
          <a:p>
            <a:pPr algn="l" rtl="0"/>
            <a:r>
              <a:rPr lang="en-US" dirty="0"/>
              <a:t>The compiled service executable will be generated in: bin\Release\FileMonitoringService.exe or </a:t>
            </a:r>
          </a:p>
          <a:p>
            <a:pPr marL="0" indent="0" algn="l" rtl="0">
              <a:buNone/>
            </a:pPr>
            <a:r>
              <a:rPr lang="en-US" dirty="0"/>
              <a:t>    bin\Debug\FileMonitoringService.exe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0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Installation</a:t>
            </a:r>
            <a:endParaRPr lang="ar-M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Open Command Prompt as Administrator</a:t>
            </a:r>
          </a:p>
          <a:p>
            <a:pPr marL="514350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Install the service: </a:t>
            </a:r>
            <a:r>
              <a:rPr lang="en-US" sz="1600" dirty="0"/>
              <a:t>"C:\Windows\Microsoft.NET\Framework64\v4.0.30319\InstallUtil.exe" "C:\Path_To_Your_Service\ FileMonitoringService.exe“</a:t>
            </a:r>
          </a:p>
          <a:p>
            <a:pPr marL="514350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Start the service:  </a:t>
            </a:r>
            <a:r>
              <a:rPr lang="en-US" dirty="0"/>
              <a:t>net start </a:t>
            </a:r>
            <a:r>
              <a:rPr lang="en-US" dirty="0" err="1"/>
              <a:t>FileMonitoringService</a:t>
            </a:r>
            <a:r>
              <a:rPr lang="en-US" dirty="0"/>
              <a:t> </a:t>
            </a:r>
          </a:p>
          <a:p>
            <a:pPr marL="514350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Stop the service</a:t>
            </a:r>
            <a:r>
              <a:rPr lang="en-US" dirty="0"/>
              <a:t>:  net stop </a:t>
            </a:r>
            <a:r>
              <a:rPr lang="en-US" dirty="0" err="1"/>
              <a:t>FileMonitoringService</a:t>
            </a:r>
            <a:r>
              <a:rPr lang="en-US" dirty="0"/>
              <a:t> </a:t>
            </a:r>
          </a:p>
          <a:p>
            <a:pPr marL="514350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Uninstall the service: </a:t>
            </a:r>
            <a:r>
              <a:rPr lang="en-US" sz="1600" dirty="0"/>
              <a:t>"C:\Windows\Microsoft.NET\Framework64\v4.0.30319\InstallUtil.exe“ /u "C:\Path_To_Your_Service\ FileMonitoringService.exe“</a:t>
            </a:r>
          </a:p>
          <a:p>
            <a:pPr marL="514350" indent="-514350" algn="l" rtl="0">
              <a:buFont typeface="+mj-lt"/>
              <a:buAutoNum type="arabicPeriod"/>
            </a:pP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3392880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340</TotalTime>
  <Words>146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Ion Boardroom</vt:lpstr>
      <vt:lpstr>File Monitoring Service</vt:lpstr>
      <vt:lpstr>Overview</vt:lpstr>
      <vt:lpstr>What is File Monitoring Service.</vt:lpstr>
      <vt:lpstr>Build Instructions</vt:lpstr>
      <vt:lpstr>Service Installation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Monitoring Service</dc:title>
  <dc:subject/>
  <dc:creator>M365 Copilot</dc:creator>
  <cp:keywords/>
  <dc:description>generated using python-pptx</dc:description>
  <cp:lastModifiedBy>SBS</cp:lastModifiedBy>
  <cp:revision>15</cp:revision>
  <dcterms:created xsi:type="dcterms:W3CDTF">2026-10-16T20:05:31Z</dcterms:created>
  <dcterms:modified xsi:type="dcterms:W3CDTF">2026-10-18T15:12:53Z</dcterms:modified>
  <cp:category/>
</cp:coreProperties>
</file>