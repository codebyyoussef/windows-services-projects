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Roboto Mono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11" name="Google Shape;11;p3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12" name="Google Shape;12;p3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3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" name="Google Shape;14;p3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15" name="Google Shape;15;p3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3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" name="Google Shape;17;p3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8" name="Google Shape;18;p3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" name="Google Shape;21;p3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2" name="Google Shape;22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" name="Google Shape;24;p3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25" name="Google Shape;25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162483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4720200" y="5317600"/>
            <a:ext cx="81795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12463060" y="6442930"/>
            <a:ext cx="4886838" cy="2644600"/>
            <a:chOff x="0" y="-208564"/>
            <a:chExt cx="6515785" cy="3526133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2956287" y="2617201"/>
              <a:ext cx="3559495" cy="700368"/>
              <a:chOff x="0" y="-47625"/>
              <a:chExt cx="812800" cy="159927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" name="Google Shape;33;p3"/>
            <p:cNvGrpSpPr/>
            <p:nvPr/>
          </p:nvGrpSpPr>
          <p:grpSpPr>
            <a:xfrm>
              <a:off x="2500711" y="1675890"/>
              <a:ext cx="4015074" cy="700368"/>
              <a:chOff x="0" y="-47625"/>
              <a:chExt cx="916830" cy="159927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>
              <a:off x="1587463" y="-208564"/>
              <a:ext cx="2010528" cy="700368"/>
              <a:chOff x="0" y="-47625"/>
              <a:chExt cx="459098" cy="159927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" name="Google Shape;39;p3"/>
            <p:cNvGrpSpPr/>
            <p:nvPr/>
          </p:nvGrpSpPr>
          <p:grpSpPr>
            <a:xfrm>
              <a:off x="4062684" y="733663"/>
              <a:ext cx="2453091" cy="700368"/>
              <a:chOff x="0" y="-47625"/>
              <a:chExt cx="560156" cy="159927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4882719" y="-208564"/>
              <a:ext cx="1633045" cy="700368"/>
              <a:chOff x="0" y="-47625"/>
              <a:chExt cx="372901" cy="159927"/>
            </a:xfrm>
          </p:grpSpPr>
          <p:sp>
            <p:nvSpPr>
              <p:cNvPr id="43" name="Google Shape;43;p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691427" y="1675890"/>
              <a:ext cx="1633045" cy="700368"/>
              <a:chOff x="0" y="-47625"/>
              <a:chExt cx="372901" cy="159927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1160019" y="2617201"/>
              <a:ext cx="1633045" cy="700368"/>
              <a:chOff x="0" y="-47625"/>
              <a:chExt cx="372901" cy="159927"/>
            </a:xfrm>
          </p:grpSpPr>
          <p:sp>
            <p:nvSpPr>
              <p:cNvPr id="49" name="Google Shape;49;p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3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" name="Google Shape;51;p3"/>
            <p:cNvGrpSpPr/>
            <p:nvPr/>
          </p:nvGrpSpPr>
          <p:grpSpPr>
            <a:xfrm>
              <a:off x="2956287" y="733663"/>
              <a:ext cx="995853" cy="700368"/>
              <a:chOff x="0" y="-47625"/>
              <a:chExt cx="227400" cy="159927"/>
            </a:xfrm>
          </p:grpSpPr>
          <p:sp>
            <p:nvSpPr>
              <p:cNvPr id="52" name="Google Shape;52;p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0" y="2617201"/>
              <a:ext cx="995853" cy="700368"/>
              <a:chOff x="0" y="-47625"/>
              <a:chExt cx="227400" cy="159927"/>
            </a:xfrm>
          </p:grpSpPr>
          <p:sp>
            <p:nvSpPr>
              <p:cNvPr id="55" name="Google Shape;55;p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" name="Google Shape;57;p3"/>
            <p:cNvGrpSpPr/>
            <p:nvPr/>
          </p:nvGrpSpPr>
          <p:grpSpPr>
            <a:xfrm>
              <a:off x="3740791" y="-208564"/>
              <a:ext cx="995853" cy="700368"/>
              <a:chOff x="0" y="-47625"/>
              <a:chExt cx="227400" cy="159927"/>
            </a:xfrm>
          </p:grpSpPr>
          <p:sp>
            <p:nvSpPr>
              <p:cNvPr id="58" name="Google Shape;58;p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3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4"/>
          <p:cNvGrpSpPr/>
          <p:nvPr/>
        </p:nvGrpSpPr>
        <p:grpSpPr>
          <a:xfrm>
            <a:off x="485849" y="416341"/>
            <a:ext cx="17316324" cy="9454317"/>
            <a:chOff x="0" y="-241102"/>
            <a:chExt cx="23088432" cy="12605757"/>
          </a:xfrm>
        </p:grpSpPr>
        <p:grpSp>
          <p:nvGrpSpPr>
            <p:cNvPr id="62" name="Google Shape;62;p4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63" name="Google Shape;63;p4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4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66" name="Google Shape;66;p4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8" name="Google Shape;68;p4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69" name="Google Shape;69;p4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70" name="Google Shape;70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4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73" name="Google Shape;7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" name="Google Shape;75;p4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76" name="Google Shape;76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1378350" y="2544675"/>
            <a:ext cx="1553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"/>
          <p:cNvSpPr txBox="1">
            <a:spLocks noGrp="1"/>
          </p:cNvSpPr>
          <p:nvPr>
            <p:ph type="body" idx="1"/>
          </p:nvPr>
        </p:nvSpPr>
        <p:spPr>
          <a:xfrm>
            <a:off x="3040350" y="49012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0" name="Google Shape;80;p4"/>
          <p:cNvGrpSpPr/>
          <p:nvPr/>
        </p:nvGrpSpPr>
        <p:grpSpPr>
          <a:xfrm>
            <a:off x="14608221" y="4420804"/>
            <a:ext cx="2670887" cy="1445394"/>
            <a:chOff x="0" y="-113990"/>
            <a:chExt cx="3561183" cy="1927192"/>
          </a:xfrm>
        </p:grpSpPr>
        <p:grpSp>
          <p:nvGrpSpPr>
            <p:cNvPr id="81" name="Google Shape;81;p4"/>
            <p:cNvGrpSpPr/>
            <p:nvPr/>
          </p:nvGrpSpPr>
          <p:grpSpPr>
            <a:xfrm>
              <a:off x="1615742" y="1430417"/>
              <a:ext cx="1945437" cy="382785"/>
              <a:chOff x="0" y="-47625"/>
              <a:chExt cx="812800" cy="159927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4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" name="Google Shape;84;p4"/>
            <p:cNvGrpSpPr/>
            <p:nvPr/>
          </p:nvGrpSpPr>
          <p:grpSpPr>
            <a:xfrm>
              <a:off x="1366750" y="915948"/>
              <a:ext cx="2194433" cy="382785"/>
              <a:chOff x="0" y="-47625"/>
              <a:chExt cx="916830" cy="159927"/>
            </a:xfrm>
          </p:grpSpPr>
          <p:sp>
            <p:nvSpPr>
              <p:cNvPr id="85" name="Google Shape;85;p4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4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4"/>
            <p:cNvGrpSpPr/>
            <p:nvPr/>
          </p:nvGrpSpPr>
          <p:grpSpPr>
            <a:xfrm>
              <a:off x="867619" y="-113990"/>
              <a:ext cx="1098851" cy="382785"/>
              <a:chOff x="0" y="-47625"/>
              <a:chExt cx="459098" cy="159927"/>
            </a:xfrm>
          </p:grpSpPr>
          <p:sp>
            <p:nvSpPr>
              <p:cNvPr id="88" name="Google Shape;88;p4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4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220438" y="400979"/>
              <a:ext cx="1340733" cy="382785"/>
              <a:chOff x="0" y="-47625"/>
              <a:chExt cx="560156" cy="159927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4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2668624" y="-113990"/>
              <a:ext cx="892539" cy="382785"/>
              <a:chOff x="0" y="-47625"/>
              <a:chExt cx="372901" cy="159927"/>
            </a:xfrm>
          </p:grpSpPr>
          <p:sp>
            <p:nvSpPr>
              <p:cNvPr id="94" name="Google Shape;94;p4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4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4"/>
            <p:cNvGrpSpPr/>
            <p:nvPr/>
          </p:nvGrpSpPr>
          <p:grpSpPr>
            <a:xfrm>
              <a:off x="377896" y="915948"/>
              <a:ext cx="892539" cy="382785"/>
              <a:chOff x="0" y="-47625"/>
              <a:chExt cx="372901" cy="159927"/>
            </a:xfrm>
          </p:grpSpPr>
          <p:sp>
            <p:nvSpPr>
              <p:cNvPr id="97" name="Google Shape;97;p4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4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4"/>
            <p:cNvGrpSpPr/>
            <p:nvPr/>
          </p:nvGrpSpPr>
          <p:grpSpPr>
            <a:xfrm>
              <a:off x="634002" y="1430417"/>
              <a:ext cx="892539" cy="382785"/>
              <a:chOff x="0" y="-47625"/>
              <a:chExt cx="372901" cy="159927"/>
            </a:xfrm>
          </p:grpSpPr>
          <p:sp>
            <p:nvSpPr>
              <p:cNvPr id="100" name="Google Shape;100;p4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4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4"/>
            <p:cNvGrpSpPr/>
            <p:nvPr/>
          </p:nvGrpSpPr>
          <p:grpSpPr>
            <a:xfrm>
              <a:off x="1615742" y="400979"/>
              <a:ext cx="544282" cy="382785"/>
              <a:chOff x="0" y="-47625"/>
              <a:chExt cx="227400" cy="159927"/>
            </a:xfrm>
          </p:grpSpPr>
          <p:sp>
            <p:nvSpPr>
              <p:cNvPr id="103" name="Google Shape;103;p4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4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4"/>
            <p:cNvGrpSpPr/>
            <p:nvPr/>
          </p:nvGrpSpPr>
          <p:grpSpPr>
            <a:xfrm>
              <a:off x="0" y="1430417"/>
              <a:ext cx="544282" cy="382785"/>
              <a:chOff x="0" y="-47625"/>
              <a:chExt cx="227400" cy="159927"/>
            </a:xfrm>
          </p:grpSpPr>
          <p:sp>
            <p:nvSpPr>
              <p:cNvPr id="106" name="Google Shape;106;p4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4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" name="Google Shape;108;p4"/>
            <p:cNvGrpSpPr/>
            <p:nvPr/>
          </p:nvGrpSpPr>
          <p:grpSpPr>
            <a:xfrm>
              <a:off x="2044509" y="-113990"/>
              <a:ext cx="544282" cy="382785"/>
              <a:chOff x="0" y="-47625"/>
              <a:chExt cx="227400" cy="159927"/>
            </a:xfrm>
          </p:grpSpPr>
          <p:sp>
            <p:nvSpPr>
              <p:cNvPr id="109" name="Google Shape;109;p4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4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5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113" name="Google Shape;113;p5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5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" name="Google Shape;116;p5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117" name="Google Shape;117;p5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5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9" name="Google Shape;119;p5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0" name="Google Shape;120;p5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121" name="Google Shape;121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5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124" name="Google Shape;124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" name="Google Shape;126;p5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127" name="Google Shape;127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1652699" y="1426875"/>
            <a:ext cx="149826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body" idx="1"/>
          </p:nvPr>
        </p:nvSpPr>
        <p:spPr>
          <a:xfrm>
            <a:off x="2884763" y="73087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131" name="Google Shape;131;p5"/>
          <p:cNvGrpSpPr/>
          <p:nvPr/>
        </p:nvGrpSpPr>
        <p:grpSpPr>
          <a:xfrm>
            <a:off x="13698276" y="7440085"/>
            <a:ext cx="3714649" cy="1818074"/>
            <a:chOff x="0" y="-208564"/>
            <a:chExt cx="6515785" cy="3526133"/>
          </a:xfrm>
        </p:grpSpPr>
        <p:grpSp>
          <p:nvGrpSpPr>
            <p:cNvPr id="132" name="Google Shape;132;p5"/>
            <p:cNvGrpSpPr/>
            <p:nvPr/>
          </p:nvGrpSpPr>
          <p:grpSpPr>
            <a:xfrm>
              <a:off x="2956287" y="2617201"/>
              <a:ext cx="3559495" cy="700368"/>
              <a:chOff x="0" y="-47625"/>
              <a:chExt cx="812800" cy="159927"/>
            </a:xfrm>
          </p:grpSpPr>
          <p:sp>
            <p:nvSpPr>
              <p:cNvPr id="133" name="Google Shape;133;p5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5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5"/>
            <p:cNvGrpSpPr/>
            <p:nvPr/>
          </p:nvGrpSpPr>
          <p:grpSpPr>
            <a:xfrm>
              <a:off x="2500711" y="1675890"/>
              <a:ext cx="4015074" cy="700368"/>
              <a:chOff x="0" y="-47625"/>
              <a:chExt cx="916830" cy="159927"/>
            </a:xfrm>
          </p:grpSpPr>
          <p:sp>
            <p:nvSpPr>
              <p:cNvPr id="136" name="Google Shape;136;p5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5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" name="Google Shape;138;p5"/>
            <p:cNvGrpSpPr/>
            <p:nvPr/>
          </p:nvGrpSpPr>
          <p:grpSpPr>
            <a:xfrm>
              <a:off x="1587463" y="-208564"/>
              <a:ext cx="2010528" cy="700368"/>
              <a:chOff x="0" y="-47625"/>
              <a:chExt cx="459098" cy="159927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5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" name="Google Shape;141;p5"/>
            <p:cNvGrpSpPr/>
            <p:nvPr/>
          </p:nvGrpSpPr>
          <p:grpSpPr>
            <a:xfrm>
              <a:off x="4062684" y="733663"/>
              <a:ext cx="2453091" cy="700368"/>
              <a:chOff x="0" y="-47625"/>
              <a:chExt cx="560156" cy="159927"/>
            </a:xfrm>
          </p:grpSpPr>
          <p:sp>
            <p:nvSpPr>
              <p:cNvPr id="142" name="Google Shape;142;p5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5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5"/>
            <p:cNvGrpSpPr/>
            <p:nvPr/>
          </p:nvGrpSpPr>
          <p:grpSpPr>
            <a:xfrm>
              <a:off x="4882719" y="-208564"/>
              <a:ext cx="1633045" cy="700368"/>
              <a:chOff x="0" y="-47625"/>
              <a:chExt cx="372901" cy="159927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>
              <a:off x="691427" y="1675890"/>
              <a:ext cx="1633045" cy="700368"/>
              <a:chOff x="0" y="-47625"/>
              <a:chExt cx="372901" cy="159927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5"/>
            <p:cNvGrpSpPr/>
            <p:nvPr/>
          </p:nvGrpSpPr>
          <p:grpSpPr>
            <a:xfrm>
              <a:off x="1160019" y="2617201"/>
              <a:ext cx="1633045" cy="700368"/>
              <a:chOff x="0" y="-47625"/>
              <a:chExt cx="372901" cy="159927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2956287" y="733663"/>
              <a:ext cx="995853" cy="700368"/>
              <a:chOff x="0" y="-47625"/>
              <a:chExt cx="227400" cy="159927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>
              <a:off x="0" y="2617201"/>
              <a:ext cx="995853" cy="700368"/>
              <a:chOff x="0" y="-47625"/>
              <a:chExt cx="227400" cy="159927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>
              <a:off x="3740791" y="-208564"/>
              <a:ext cx="995853" cy="700368"/>
              <a:chOff x="0" y="-47625"/>
              <a:chExt cx="227400" cy="159927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2" name="Google Shape;162;p5"/>
          <p:cNvGrpSpPr/>
          <p:nvPr/>
        </p:nvGrpSpPr>
        <p:grpSpPr>
          <a:xfrm rot="10800000">
            <a:off x="11867092" y="4823492"/>
            <a:ext cx="2706685" cy="1500404"/>
            <a:chOff x="0" y="-143394"/>
            <a:chExt cx="4479783" cy="2424307"/>
          </a:xfrm>
        </p:grpSpPr>
        <p:grpSp>
          <p:nvGrpSpPr>
            <p:cNvPr id="163" name="Google Shape;163;p5"/>
            <p:cNvGrpSpPr/>
            <p:nvPr/>
          </p:nvGrpSpPr>
          <p:grpSpPr>
            <a:xfrm>
              <a:off x="2032520" y="1799389"/>
              <a:ext cx="2447260" cy="481524"/>
              <a:chOff x="0" y="-47625"/>
              <a:chExt cx="812800" cy="159927"/>
            </a:xfrm>
          </p:grpSpPr>
          <p:sp>
            <p:nvSpPr>
              <p:cNvPr id="164" name="Google Shape;164;p5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5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" name="Google Shape;166;p5"/>
            <p:cNvGrpSpPr/>
            <p:nvPr/>
          </p:nvGrpSpPr>
          <p:grpSpPr>
            <a:xfrm>
              <a:off x="1719300" y="1152214"/>
              <a:ext cx="2760483" cy="481524"/>
              <a:chOff x="0" y="-47625"/>
              <a:chExt cx="916830" cy="159927"/>
            </a:xfrm>
          </p:grpSpPr>
          <p:sp>
            <p:nvSpPr>
              <p:cNvPr id="167" name="Google Shape;167;p5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5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5"/>
            <p:cNvGrpSpPr/>
            <p:nvPr/>
          </p:nvGrpSpPr>
          <p:grpSpPr>
            <a:xfrm>
              <a:off x="1091420" y="-143394"/>
              <a:ext cx="1382252" cy="481524"/>
              <a:chOff x="0" y="-47625"/>
              <a:chExt cx="459098" cy="159927"/>
            </a:xfrm>
          </p:grpSpPr>
          <p:sp>
            <p:nvSpPr>
              <p:cNvPr id="170" name="Google Shape;170;p5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5"/>
            <p:cNvGrpSpPr/>
            <p:nvPr/>
          </p:nvGrpSpPr>
          <p:grpSpPr>
            <a:xfrm>
              <a:off x="2793195" y="504410"/>
              <a:ext cx="1686518" cy="481524"/>
              <a:chOff x="0" y="-47625"/>
              <a:chExt cx="560156" cy="159927"/>
            </a:xfrm>
          </p:grpSpPr>
          <p:sp>
            <p:nvSpPr>
              <p:cNvPr id="173" name="Google Shape;173;p5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5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5"/>
            <p:cNvGrpSpPr/>
            <p:nvPr/>
          </p:nvGrpSpPr>
          <p:grpSpPr>
            <a:xfrm>
              <a:off x="3356989" y="-143394"/>
              <a:ext cx="1122768" cy="481524"/>
              <a:chOff x="0" y="-47625"/>
              <a:chExt cx="372901" cy="159927"/>
            </a:xfrm>
          </p:grpSpPr>
          <p:sp>
            <p:nvSpPr>
              <p:cNvPr id="176" name="Google Shape;176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" name="Google Shape;178;p5"/>
            <p:cNvGrpSpPr/>
            <p:nvPr/>
          </p:nvGrpSpPr>
          <p:grpSpPr>
            <a:xfrm>
              <a:off x="475373" y="1152214"/>
              <a:ext cx="1122768" cy="481524"/>
              <a:chOff x="0" y="-47625"/>
              <a:chExt cx="372901" cy="159927"/>
            </a:xfrm>
          </p:grpSpPr>
          <p:sp>
            <p:nvSpPr>
              <p:cNvPr id="179" name="Google Shape;179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5"/>
            <p:cNvGrpSpPr/>
            <p:nvPr/>
          </p:nvGrpSpPr>
          <p:grpSpPr>
            <a:xfrm>
              <a:off x="797541" y="1799389"/>
              <a:ext cx="1122768" cy="481524"/>
              <a:chOff x="0" y="-47625"/>
              <a:chExt cx="372901" cy="159927"/>
            </a:xfrm>
          </p:grpSpPr>
          <p:sp>
            <p:nvSpPr>
              <p:cNvPr id="182" name="Google Shape;182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" name="Google Shape;184;p5"/>
            <p:cNvGrpSpPr/>
            <p:nvPr/>
          </p:nvGrpSpPr>
          <p:grpSpPr>
            <a:xfrm>
              <a:off x="2032520" y="504410"/>
              <a:ext cx="684679" cy="481524"/>
              <a:chOff x="0" y="-47625"/>
              <a:chExt cx="227400" cy="159927"/>
            </a:xfrm>
          </p:grpSpPr>
          <p:sp>
            <p:nvSpPr>
              <p:cNvPr id="185" name="Google Shape;185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" name="Google Shape;187;p5"/>
            <p:cNvGrpSpPr/>
            <p:nvPr/>
          </p:nvGrpSpPr>
          <p:grpSpPr>
            <a:xfrm>
              <a:off x="0" y="1799389"/>
              <a:ext cx="684679" cy="481524"/>
              <a:chOff x="0" y="-47625"/>
              <a:chExt cx="227400" cy="159927"/>
            </a:xfrm>
          </p:grpSpPr>
          <p:sp>
            <p:nvSpPr>
              <p:cNvPr id="188" name="Google Shape;188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" name="Google Shape;190;p5"/>
            <p:cNvGrpSpPr/>
            <p:nvPr/>
          </p:nvGrpSpPr>
          <p:grpSpPr>
            <a:xfrm>
              <a:off x="2571886" y="-143394"/>
              <a:ext cx="684679" cy="481524"/>
              <a:chOff x="0" y="-47625"/>
              <a:chExt cx="227400" cy="159927"/>
            </a:xfrm>
          </p:grpSpPr>
          <p:sp>
            <p:nvSpPr>
              <p:cNvPr id="191" name="Google Shape;191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6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195" name="Google Shape;195;p6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196" name="Google Shape;196;p6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6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" name="Google Shape;198;p6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01" name="Google Shape;201;p6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02" name="Google Shape;202;p6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03" name="Google Shape;203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6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06" name="Google Shape;20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6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1" name="Google Shape;211;p6"/>
          <p:cNvSpPr txBox="1">
            <a:spLocks noGrp="1"/>
          </p:cNvSpPr>
          <p:nvPr>
            <p:ph type="title"/>
          </p:nvPr>
        </p:nvSpPr>
        <p:spPr>
          <a:xfrm>
            <a:off x="1378563" y="2235750"/>
            <a:ext cx="1553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endParaRPr/>
          </a:p>
        </p:txBody>
      </p:sp>
      <p:sp>
        <p:nvSpPr>
          <p:cNvPr id="212" name="Google Shape;212;p6"/>
          <p:cNvSpPr txBox="1">
            <a:spLocks noGrp="1"/>
          </p:cNvSpPr>
          <p:nvPr>
            <p:ph type="body" idx="1"/>
          </p:nvPr>
        </p:nvSpPr>
        <p:spPr>
          <a:xfrm>
            <a:off x="2742475" y="4534925"/>
            <a:ext cx="62832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6"/>
          <p:cNvSpPr txBox="1">
            <a:spLocks noGrp="1"/>
          </p:cNvSpPr>
          <p:nvPr>
            <p:ph type="body" idx="2"/>
          </p:nvPr>
        </p:nvSpPr>
        <p:spPr>
          <a:xfrm>
            <a:off x="9262738" y="4534925"/>
            <a:ext cx="62832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7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216" name="Google Shape;216;p7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217" name="Google Shape;217;p7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7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7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220" name="Google Shape;220;p7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7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22" name="Google Shape;222;p7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23" name="Google Shape;223;p7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24" name="Google Shape;224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" name="Google Shape;226;p7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27" name="Google Shape;227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" name="Google Shape;229;p7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230" name="Google Shape;230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2" name="Google Shape;232;p7"/>
          <p:cNvSpPr txBox="1">
            <a:spLocks noGrp="1"/>
          </p:cNvSpPr>
          <p:nvPr>
            <p:ph type="title"/>
          </p:nvPr>
        </p:nvSpPr>
        <p:spPr>
          <a:xfrm>
            <a:off x="1378563" y="2126225"/>
            <a:ext cx="1553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7"/>
          <p:cNvSpPr txBox="1">
            <a:spLocks noGrp="1"/>
          </p:cNvSpPr>
          <p:nvPr>
            <p:ph type="body" idx="1"/>
          </p:nvPr>
        </p:nvSpPr>
        <p:spPr>
          <a:xfrm>
            <a:off x="3429026" y="5264075"/>
            <a:ext cx="5610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7"/>
          <p:cNvSpPr txBox="1">
            <a:spLocks noGrp="1"/>
          </p:cNvSpPr>
          <p:nvPr>
            <p:ph type="body" idx="2"/>
          </p:nvPr>
        </p:nvSpPr>
        <p:spPr>
          <a:xfrm>
            <a:off x="9245366" y="5264075"/>
            <a:ext cx="56136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8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237" name="Google Shape;237;p8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238" name="Google Shape;238;p8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8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8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241" name="Google Shape;241;p8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8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43" name="Google Shape;243;p8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44" name="Google Shape;244;p8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45" name="Google Shape;245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" name="Google Shape;247;p8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48" name="Google Shape;248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8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251" name="Google Shape;251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3" name="Google Shape;253;p8"/>
          <p:cNvSpPr txBox="1">
            <a:spLocks noGrp="1"/>
          </p:cNvSpPr>
          <p:nvPr>
            <p:ph type="title"/>
          </p:nvPr>
        </p:nvSpPr>
        <p:spPr>
          <a:xfrm>
            <a:off x="1378350" y="2234725"/>
            <a:ext cx="1553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4" name="Google Shape;254;p8"/>
          <p:cNvGrpSpPr/>
          <p:nvPr/>
        </p:nvGrpSpPr>
        <p:grpSpPr>
          <a:xfrm>
            <a:off x="12611614" y="6571198"/>
            <a:ext cx="4647705" cy="2515190"/>
            <a:chOff x="0" y="-198358"/>
            <a:chExt cx="6196940" cy="3353587"/>
          </a:xfrm>
        </p:grpSpPr>
        <p:grpSp>
          <p:nvGrpSpPr>
            <p:cNvPr id="255" name="Google Shape;255;p8"/>
            <p:cNvGrpSpPr/>
            <p:nvPr/>
          </p:nvGrpSpPr>
          <p:grpSpPr>
            <a:xfrm>
              <a:off x="2811625" y="2489133"/>
              <a:ext cx="3385312" cy="666096"/>
              <a:chOff x="0" y="-47625"/>
              <a:chExt cx="812800" cy="159927"/>
            </a:xfrm>
          </p:grpSpPr>
          <p:sp>
            <p:nvSpPr>
              <p:cNvPr id="256" name="Google Shape;256;p8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8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8" name="Google Shape;258;p8"/>
            <p:cNvGrpSpPr/>
            <p:nvPr/>
          </p:nvGrpSpPr>
          <p:grpSpPr>
            <a:xfrm>
              <a:off x="2378343" y="1593883"/>
              <a:ext cx="3818597" cy="666096"/>
              <a:chOff x="0" y="-47625"/>
              <a:chExt cx="916830" cy="159927"/>
            </a:xfrm>
          </p:grpSpPr>
          <p:sp>
            <p:nvSpPr>
              <p:cNvPr id="259" name="Google Shape;259;p8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8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1" name="Google Shape;261;p8"/>
            <p:cNvGrpSpPr/>
            <p:nvPr/>
          </p:nvGrpSpPr>
          <p:grpSpPr>
            <a:xfrm>
              <a:off x="1509783" y="-198358"/>
              <a:ext cx="1912143" cy="666096"/>
              <a:chOff x="0" y="-47625"/>
              <a:chExt cx="459098" cy="159927"/>
            </a:xfrm>
          </p:grpSpPr>
          <p:sp>
            <p:nvSpPr>
              <p:cNvPr id="262" name="Google Shape;262;p8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8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>
              <a:off x="3863883" y="697763"/>
              <a:ext cx="2333050" cy="666096"/>
              <a:chOff x="0" y="-47625"/>
              <a:chExt cx="560156" cy="159927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8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" name="Google Shape;267;p8"/>
            <p:cNvGrpSpPr/>
            <p:nvPr/>
          </p:nvGrpSpPr>
          <p:grpSpPr>
            <a:xfrm>
              <a:off x="4643791" y="-198358"/>
              <a:ext cx="1553133" cy="666096"/>
              <a:chOff x="0" y="-47625"/>
              <a:chExt cx="372901" cy="159927"/>
            </a:xfrm>
          </p:grpSpPr>
          <p:sp>
            <p:nvSpPr>
              <p:cNvPr id="268" name="Google Shape;268;p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8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8"/>
            <p:cNvGrpSpPr/>
            <p:nvPr/>
          </p:nvGrpSpPr>
          <p:grpSpPr>
            <a:xfrm>
              <a:off x="657593" y="1593883"/>
              <a:ext cx="1553133" cy="666096"/>
              <a:chOff x="0" y="-47625"/>
              <a:chExt cx="372901" cy="159927"/>
            </a:xfrm>
          </p:grpSpPr>
          <p:sp>
            <p:nvSpPr>
              <p:cNvPr id="271" name="Google Shape;271;p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8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8"/>
            <p:cNvGrpSpPr/>
            <p:nvPr/>
          </p:nvGrpSpPr>
          <p:grpSpPr>
            <a:xfrm>
              <a:off x="1103255" y="2489133"/>
              <a:ext cx="1553133" cy="666096"/>
              <a:chOff x="0" y="-47625"/>
              <a:chExt cx="372901" cy="159927"/>
            </a:xfrm>
          </p:grpSpPr>
          <p:sp>
            <p:nvSpPr>
              <p:cNvPr id="274" name="Google Shape;274;p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8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" name="Google Shape;276;p8"/>
            <p:cNvGrpSpPr/>
            <p:nvPr/>
          </p:nvGrpSpPr>
          <p:grpSpPr>
            <a:xfrm>
              <a:off x="2811625" y="697763"/>
              <a:ext cx="947121" cy="666096"/>
              <a:chOff x="0" y="-47625"/>
              <a:chExt cx="227400" cy="159927"/>
            </a:xfrm>
          </p:grpSpPr>
          <p:sp>
            <p:nvSpPr>
              <p:cNvPr id="277" name="Google Shape;277;p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8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" name="Google Shape;279;p8"/>
            <p:cNvGrpSpPr/>
            <p:nvPr/>
          </p:nvGrpSpPr>
          <p:grpSpPr>
            <a:xfrm>
              <a:off x="0" y="2489133"/>
              <a:ext cx="947121" cy="666096"/>
              <a:chOff x="0" y="-47625"/>
              <a:chExt cx="227400" cy="159927"/>
            </a:xfrm>
          </p:grpSpPr>
          <p:sp>
            <p:nvSpPr>
              <p:cNvPr id="280" name="Google Shape;280;p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8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2" name="Google Shape;282;p8"/>
            <p:cNvGrpSpPr/>
            <p:nvPr/>
          </p:nvGrpSpPr>
          <p:grpSpPr>
            <a:xfrm>
              <a:off x="3557742" y="-198358"/>
              <a:ext cx="947121" cy="666096"/>
              <a:chOff x="0" y="-47625"/>
              <a:chExt cx="227400" cy="159927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8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9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287" name="Google Shape;287;p9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288" name="Google Shape;288;p9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9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p9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291" name="Google Shape;291;p9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9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93" name="Google Shape;293;p9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94" name="Google Shape;294;p9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95" name="Google Shape;295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9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98" name="Google Shape;298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9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301" name="Google Shape;301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3" name="Google Shape;303;p9"/>
          <p:cNvSpPr txBox="1">
            <a:spLocks noGrp="1"/>
          </p:cNvSpPr>
          <p:nvPr>
            <p:ph type="title"/>
          </p:nvPr>
        </p:nvSpPr>
        <p:spPr>
          <a:xfrm>
            <a:off x="1339563" y="2976075"/>
            <a:ext cx="156093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endParaRPr/>
          </a:p>
        </p:txBody>
      </p:sp>
      <p:sp>
        <p:nvSpPr>
          <p:cNvPr id="304" name="Google Shape;304;p9"/>
          <p:cNvSpPr txBox="1">
            <a:spLocks noGrp="1"/>
          </p:cNvSpPr>
          <p:nvPr>
            <p:ph type="body" idx="1"/>
          </p:nvPr>
        </p:nvSpPr>
        <p:spPr>
          <a:xfrm>
            <a:off x="7732400" y="5136775"/>
            <a:ext cx="9338100" cy="44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9"/>
          <p:cNvSpPr txBox="1">
            <a:spLocks noGrp="1"/>
          </p:cNvSpPr>
          <p:nvPr>
            <p:ph type="body" idx="2"/>
          </p:nvPr>
        </p:nvSpPr>
        <p:spPr>
          <a:xfrm>
            <a:off x="1804900" y="5392513"/>
            <a:ext cx="5496000" cy="3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306" name="Google Shape;306;p9"/>
          <p:cNvGrpSpPr/>
          <p:nvPr/>
        </p:nvGrpSpPr>
        <p:grpSpPr>
          <a:xfrm>
            <a:off x="14691927" y="3329451"/>
            <a:ext cx="2069840" cy="1189175"/>
            <a:chOff x="0" y="-126054"/>
            <a:chExt cx="3938053" cy="2131138"/>
          </a:xfrm>
        </p:grpSpPr>
        <p:grpSp>
          <p:nvGrpSpPr>
            <p:cNvPr id="307" name="Google Shape;307;p9"/>
            <p:cNvGrpSpPr/>
            <p:nvPr/>
          </p:nvGrpSpPr>
          <p:grpSpPr>
            <a:xfrm>
              <a:off x="1786728" y="1581789"/>
              <a:ext cx="2151319" cy="423295"/>
              <a:chOff x="0" y="-47625"/>
              <a:chExt cx="812800" cy="159927"/>
            </a:xfrm>
          </p:grpSpPr>
          <p:sp>
            <p:nvSpPr>
              <p:cNvPr id="308" name="Google Shape;308;p9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9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0" name="Google Shape;310;p9"/>
            <p:cNvGrpSpPr/>
            <p:nvPr/>
          </p:nvGrpSpPr>
          <p:grpSpPr>
            <a:xfrm>
              <a:off x="1511387" y="1012877"/>
              <a:ext cx="2426666" cy="423295"/>
              <a:chOff x="0" y="-47625"/>
              <a:chExt cx="916830" cy="159927"/>
            </a:xfrm>
          </p:grpSpPr>
          <p:sp>
            <p:nvSpPr>
              <p:cNvPr id="311" name="Google Shape;311;p9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9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3" name="Google Shape;313;p9"/>
            <p:cNvGrpSpPr/>
            <p:nvPr/>
          </p:nvGrpSpPr>
          <p:grpSpPr>
            <a:xfrm>
              <a:off x="959435" y="-126054"/>
              <a:ext cx="1215141" cy="423295"/>
              <a:chOff x="0" y="-47625"/>
              <a:chExt cx="459098" cy="159927"/>
            </a:xfrm>
          </p:grpSpPr>
          <p:sp>
            <p:nvSpPr>
              <p:cNvPr id="314" name="Google Shape;314;p9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9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6" name="Google Shape;316;p9"/>
            <p:cNvGrpSpPr/>
            <p:nvPr/>
          </p:nvGrpSpPr>
          <p:grpSpPr>
            <a:xfrm>
              <a:off x="2455415" y="443412"/>
              <a:ext cx="1482565" cy="423295"/>
              <a:chOff x="0" y="-47625"/>
              <a:chExt cx="560156" cy="159927"/>
            </a:xfrm>
          </p:grpSpPr>
          <p:sp>
            <p:nvSpPr>
              <p:cNvPr id="317" name="Google Shape;317;p9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9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" name="Google Shape;319;p9"/>
            <p:cNvGrpSpPr/>
            <p:nvPr/>
          </p:nvGrpSpPr>
          <p:grpSpPr>
            <a:xfrm>
              <a:off x="2951031" y="-126054"/>
              <a:ext cx="986994" cy="423295"/>
              <a:chOff x="0" y="-47625"/>
              <a:chExt cx="372901" cy="159927"/>
            </a:xfrm>
          </p:grpSpPr>
          <p:sp>
            <p:nvSpPr>
              <p:cNvPr id="320" name="Google Shape;320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" name="Google Shape;322;p9"/>
            <p:cNvGrpSpPr/>
            <p:nvPr/>
          </p:nvGrpSpPr>
          <p:grpSpPr>
            <a:xfrm>
              <a:off x="417886" y="1012877"/>
              <a:ext cx="986994" cy="423295"/>
              <a:chOff x="0" y="-47625"/>
              <a:chExt cx="372901" cy="159927"/>
            </a:xfrm>
          </p:grpSpPr>
          <p:sp>
            <p:nvSpPr>
              <p:cNvPr id="323" name="Google Shape;323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9"/>
            <p:cNvGrpSpPr/>
            <p:nvPr/>
          </p:nvGrpSpPr>
          <p:grpSpPr>
            <a:xfrm>
              <a:off x="701095" y="1581789"/>
              <a:ext cx="986994" cy="423295"/>
              <a:chOff x="0" y="-47625"/>
              <a:chExt cx="372901" cy="159927"/>
            </a:xfrm>
          </p:grpSpPr>
          <p:sp>
            <p:nvSpPr>
              <p:cNvPr id="326" name="Google Shape;326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9"/>
            <p:cNvGrpSpPr/>
            <p:nvPr/>
          </p:nvGrpSpPr>
          <p:grpSpPr>
            <a:xfrm>
              <a:off x="1786728" y="443412"/>
              <a:ext cx="601882" cy="423295"/>
              <a:chOff x="0" y="-47625"/>
              <a:chExt cx="227400" cy="159927"/>
            </a:xfrm>
          </p:grpSpPr>
          <p:sp>
            <p:nvSpPr>
              <p:cNvPr id="329" name="Google Shape;329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" name="Google Shape;331;p9"/>
            <p:cNvGrpSpPr/>
            <p:nvPr/>
          </p:nvGrpSpPr>
          <p:grpSpPr>
            <a:xfrm>
              <a:off x="0" y="1581789"/>
              <a:ext cx="601882" cy="423295"/>
              <a:chOff x="0" y="-47625"/>
              <a:chExt cx="227400" cy="159927"/>
            </a:xfrm>
          </p:grpSpPr>
          <p:sp>
            <p:nvSpPr>
              <p:cNvPr id="332" name="Google Shape;332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4" name="Google Shape;334;p9"/>
            <p:cNvGrpSpPr/>
            <p:nvPr/>
          </p:nvGrpSpPr>
          <p:grpSpPr>
            <a:xfrm>
              <a:off x="2260869" y="-126054"/>
              <a:ext cx="601882" cy="423295"/>
              <a:chOff x="0" y="-47625"/>
              <a:chExt cx="227400" cy="159927"/>
            </a:xfrm>
          </p:grpSpPr>
          <p:sp>
            <p:nvSpPr>
              <p:cNvPr id="335" name="Google Shape;335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9"/>
          <p:cNvGrpSpPr/>
          <p:nvPr/>
        </p:nvGrpSpPr>
        <p:grpSpPr>
          <a:xfrm rot="10800000">
            <a:off x="14691864" y="7775570"/>
            <a:ext cx="2069840" cy="1189175"/>
            <a:chOff x="0" y="-126054"/>
            <a:chExt cx="3938053" cy="2131138"/>
          </a:xfrm>
        </p:grpSpPr>
        <p:grpSp>
          <p:nvGrpSpPr>
            <p:cNvPr id="338" name="Google Shape;338;p9"/>
            <p:cNvGrpSpPr/>
            <p:nvPr/>
          </p:nvGrpSpPr>
          <p:grpSpPr>
            <a:xfrm>
              <a:off x="1786728" y="1581789"/>
              <a:ext cx="2151319" cy="423295"/>
              <a:chOff x="0" y="-47625"/>
              <a:chExt cx="812800" cy="159927"/>
            </a:xfrm>
          </p:grpSpPr>
          <p:sp>
            <p:nvSpPr>
              <p:cNvPr id="339" name="Google Shape;339;p9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9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1" name="Google Shape;341;p9"/>
            <p:cNvGrpSpPr/>
            <p:nvPr/>
          </p:nvGrpSpPr>
          <p:grpSpPr>
            <a:xfrm>
              <a:off x="1511387" y="1012877"/>
              <a:ext cx="2426666" cy="423295"/>
              <a:chOff x="0" y="-47625"/>
              <a:chExt cx="916830" cy="159927"/>
            </a:xfrm>
          </p:grpSpPr>
          <p:sp>
            <p:nvSpPr>
              <p:cNvPr id="342" name="Google Shape;342;p9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9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4" name="Google Shape;344;p9"/>
            <p:cNvGrpSpPr/>
            <p:nvPr/>
          </p:nvGrpSpPr>
          <p:grpSpPr>
            <a:xfrm>
              <a:off x="959435" y="-126054"/>
              <a:ext cx="1215141" cy="423295"/>
              <a:chOff x="0" y="-47625"/>
              <a:chExt cx="459098" cy="159927"/>
            </a:xfrm>
          </p:grpSpPr>
          <p:sp>
            <p:nvSpPr>
              <p:cNvPr id="345" name="Google Shape;345;p9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9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7" name="Google Shape;347;p9"/>
            <p:cNvGrpSpPr/>
            <p:nvPr/>
          </p:nvGrpSpPr>
          <p:grpSpPr>
            <a:xfrm>
              <a:off x="2455415" y="443412"/>
              <a:ext cx="1482565" cy="423295"/>
              <a:chOff x="0" y="-47625"/>
              <a:chExt cx="560156" cy="159927"/>
            </a:xfrm>
          </p:grpSpPr>
          <p:sp>
            <p:nvSpPr>
              <p:cNvPr id="348" name="Google Shape;348;p9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9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9"/>
            <p:cNvGrpSpPr/>
            <p:nvPr/>
          </p:nvGrpSpPr>
          <p:grpSpPr>
            <a:xfrm>
              <a:off x="2951031" y="-126054"/>
              <a:ext cx="986994" cy="423295"/>
              <a:chOff x="0" y="-47625"/>
              <a:chExt cx="372901" cy="159927"/>
            </a:xfrm>
          </p:grpSpPr>
          <p:sp>
            <p:nvSpPr>
              <p:cNvPr id="351" name="Google Shape;351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" name="Google Shape;353;p9"/>
            <p:cNvGrpSpPr/>
            <p:nvPr/>
          </p:nvGrpSpPr>
          <p:grpSpPr>
            <a:xfrm>
              <a:off x="417886" y="1012877"/>
              <a:ext cx="986994" cy="423295"/>
              <a:chOff x="0" y="-47625"/>
              <a:chExt cx="372901" cy="159927"/>
            </a:xfrm>
          </p:grpSpPr>
          <p:sp>
            <p:nvSpPr>
              <p:cNvPr id="354" name="Google Shape;354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" name="Google Shape;356;p9"/>
            <p:cNvGrpSpPr/>
            <p:nvPr/>
          </p:nvGrpSpPr>
          <p:grpSpPr>
            <a:xfrm>
              <a:off x="701095" y="1581789"/>
              <a:ext cx="986994" cy="423295"/>
              <a:chOff x="0" y="-47625"/>
              <a:chExt cx="372901" cy="159927"/>
            </a:xfrm>
          </p:grpSpPr>
          <p:sp>
            <p:nvSpPr>
              <p:cNvPr id="357" name="Google Shape;357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9"/>
            <p:cNvGrpSpPr/>
            <p:nvPr/>
          </p:nvGrpSpPr>
          <p:grpSpPr>
            <a:xfrm>
              <a:off x="1786728" y="443412"/>
              <a:ext cx="601882" cy="423295"/>
              <a:chOff x="0" y="-47625"/>
              <a:chExt cx="227400" cy="159927"/>
            </a:xfrm>
          </p:grpSpPr>
          <p:sp>
            <p:nvSpPr>
              <p:cNvPr id="360" name="Google Shape;360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2" name="Google Shape;362;p9"/>
            <p:cNvGrpSpPr/>
            <p:nvPr/>
          </p:nvGrpSpPr>
          <p:grpSpPr>
            <a:xfrm>
              <a:off x="0" y="1581789"/>
              <a:ext cx="601882" cy="423295"/>
              <a:chOff x="0" y="-47625"/>
              <a:chExt cx="227400" cy="159927"/>
            </a:xfrm>
          </p:grpSpPr>
          <p:sp>
            <p:nvSpPr>
              <p:cNvPr id="363" name="Google Shape;363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5" name="Google Shape;365;p9"/>
            <p:cNvGrpSpPr/>
            <p:nvPr/>
          </p:nvGrpSpPr>
          <p:grpSpPr>
            <a:xfrm>
              <a:off x="2260869" y="-126054"/>
              <a:ext cx="601882" cy="423295"/>
              <a:chOff x="0" y="-47625"/>
              <a:chExt cx="227400" cy="159927"/>
            </a:xfrm>
          </p:grpSpPr>
          <p:sp>
            <p:nvSpPr>
              <p:cNvPr id="366" name="Google Shape;366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10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370" name="Google Shape;370;p10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371" name="Google Shape;371;p10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0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10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374" name="Google Shape;374;p10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0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6" name="Google Shape;376;p10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377" name="Google Shape;377;p10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378" name="Google Shape;378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10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381" name="Google Shape;381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10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384" name="Google Shape;384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6" name="Google Shape;386;p10"/>
          <p:cNvSpPr txBox="1">
            <a:spLocks noGrp="1"/>
          </p:cNvSpPr>
          <p:nvPr>
            <p:ph type="title"/>
          </p:nvPr>
        </p:nvSpPr>
        <p:spPr>
          <a:xfrm>
            <a:off x="1318050" y="3575850"/>
            <a:ext cx="156519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9pPr>
          </a:lstStyle>
          <a:p>
            <a:endParaRPr/>
          </a:p>
        </p:txBody>
      </p:sp>
      <p:sp>
        <p:nvSpPr>
          <p:cNvPr id="387" name="Google Shape;387;p10"/>
          <p:cNvSpPr>
            <a:spLocks noGrp="1"/>
          </p:cNvSpPr>
          <p:nvPr>
            <p:ph type="pic" idx="2"/>
          </p:nvPr>
        </p:nvSpPr>
        <p:spPr>
          <a:xfrm>
            <a:off x="10101563" y="5150838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0"/>
          <p:cNvSpPr txBox="1">
            <a:spLocks noGrp="1"/>
          </p:cNvSpPr>
          <p:nvPr>
            <p:ph type="body" idx="1"/>
          </p:nvPr>
        </p:nvSpPr>
        <p:spPr>
          <a:xfrm>
            <a:off x="2549788" y="51508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20350" y="1668375"/>
            <a:ext cx="1553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900"/>
              <a:buFont typeface="Courier"/>
              <a:buNone/>
              <a:defRPr sz="99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471200" y="50755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–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–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»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B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11"/>
          <p:cNvGrpSpPr/>
          <p:nvPr/>
        </p:nvGrpSpPr>
        <p:grpSpPr>
          <a:xfrm>
            <a:off x="486062" y="21129"/>
            <a:ext cx="17315876" cy="9454319"/>
            <a:chOff x="0" y="-241102"/>
            <a:chExt cx="23087835" cy="12605759"/>
          </a:xfrm>
        </p:grpSpPr>
        <p:grpSp>
          <p:nvGrpSpPr>
            <p:cNvPr id="394" name="Google Shape;394;p11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395" name="Google Shape;395;p11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1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7" name="Google Shape;397;p11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398" name="Google Shape;398;p11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1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0" name="Google Shape;400;p11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01" name="Google Shape;401;p11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402" name="Google Shape;402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4" name="Google Shape;404;p11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405" name="Google Shape;405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7" name="Google Shape;407;p11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408" name="Google Shape;408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0" name="Google Shape;410;p11"/>
          <p:cNvGrpSpPr/>
          <p:nvPr/>
        </p:nvGrpSpPr>
        <p:grpSpPr>
          <a:xfrm>
            <a:off x="1028700" y="4836151"/>
            <a:ext cx="10140986" cy="1663598"/>
            <a:chOff x="0" y="-47625"/>
            <a:chExt cx="2296627" cy="474365"/>
          </a:xfrm>
        </p:grpSpPr>
        <p:sp>
          <p:nvSpPr>
            <p:cNvPr id="411" name="Google Shape;411;p11"/>
            <p:cNvSpPr/>
            <p:nvPr/>
          </p:nvSpPr>
          <p:spPr>
            <a:xfrm>
              <a:off x="0" y="0"/>
              <a:ext cx="2296627" cy="426740"/>
            </a:xfrm>
            <a:custGeom>
              <a:avLst/>
              <a:gdLst/>
              <a:ahLst/>
              <a:cxnLst/>
              <a:rect l="l" t="t" r="r" b="b"/>
              <a:pathLst>
                <a:path w="2296627" h="426740" extrusionOk="0">
                  <a:moveTo>
                    <a:pt x="18297" y="0"/>
                  </a:moveTo>
                  <a:lnTo>
                    <a:pt x="2278331" y="0"/>
                  </a:lnTo>
                  <a:cubicBezTo>
                    <a:pt x="2283183" y="0"/>
                    <a:pt x="2287837" y="1928"/>
                    <a:pt x="2291268" y="5359"/>
                  </a:cubicBezTo>
                  <a:cubicBezTo>
                    <a:pt x="2294699" y="8790"/>
                    <a:pt x="2296627" y="13444"/>
                    <a:pt x="2296627" y="18297"/>
                  </a:cubicBezTo>
                  <a:lnTo>
                    <a:pt x="2296627" y="408444"/>
                  </a:lnTo>
                  <a:cubicBezTo>
                    <a:pt x="2296627" y="413296"/>
                    <a:pt x="2294699" y="417950"/>
                    <a:pt x="2291268" y="421381"/>
                  </a:cubicBezTo>
                  <a:cubicBezTo>
                    <a:pt x="2287837" y="424812"/>
                    <a:pt x="2283183" y="426740"/>
                    <a:pt x="2278331" y="426740"/>
                  </a:cubicBezTo>
                  <a:lnTo>
                    <a:pt x="18297" y="426740"/>
                  </a:lnTo>
                  <a:cubicBezTo>
                    <a:pt x="13444" y="426740"/>
                    <a:pt x="8790" y="424812"/>
                    <a:pt x="5359" y="421381"/>
                  </a:cubicBezTo>
                  <a:cubicBezTo>
                    <a:pt x="1928" y="417950"/>
                    <a:pt x="0" y="413296"/>
                    <a:pt x="0" y="408444"/>
                  </a:cubicBezTo>
                  <a:lnTo>
                    <a:pt x="0" y="18297"/>
                  </a:lnTo>
                  <a:cubicBezTo>
                    <a:pt x="0" y="13444"/>
                    <a:pt x="1928" y="8790"/>
                    <a:pt x="5359" y="5359"/>
                  </a:cubicBezTo>
                  <a:cubicBezTo>
                    <a:pt x="8790" y="1928"/>
                    <a:pt x="13444" y="0"/>
                    <a:pt x="18297" y="0"/>
                  </a:cubicBezTo>
                  <a:close/>
                </a:path>
              </a:pathLst>
            </a:custGeom>
            <a:solidFill>
              <a:srgbClr val="FF6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1"/>
            <p:cNvSpPr txBox="1"/>
            <p:nvPr/>
          </p:nvSpPr>
          <p:spPr>
            <a:xfrm>
              <a:off x="0" y="-47625"/>
              <a:ext cx="2296627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11"/>
          <p:cNvGrpSpPr/>
          <p:nvPr/>
        </p:nvGrpSpPr>
        <p:grpSpPr>
          <a:xfrm>
            <a:off x="1338602" y="5080395"/>
            <a:ext cx="10140986" cy="1663598"/>
            <a:chOff x="0" y="-47625"/>
            <a:chExt cx="2296627" cy="474365"/>
          </a:xfrm>
        </p:grpSpPr>
        <p:sp>
          <p:nvSpPr>
            <p:cNvPr id="414" name="Google Shape;414;p11"/>
            <p:cNvSpPr/>
            <p:nvPr/>
          </p:nvSpPr>
          <p:spPr>
            <a:xfrm>
              <a:off x="0" y="0"/>
              <a:ext cx="2296627" cy="426740"/>
            </a:xfrm>
            <a:custGeom>
              <a:avLst/>
              <a:gdLst/>
              <a:ahLst/>
              <a:cxnLst/>
              <a:rect l="l" t="t" r="r" b="b"/>
              <a:pathLst>
                <a:path w="2296627" h="426740" extrusionOk="0">
                  <a:moveTo>
                    <a:pt x="20584" y="0"/>
                  </a:moveTo>
                  <a:lnTo>
                    <a:pt x="2276043" y="0"/>
                  </a:lnTo>
                  <a:cubicBezTo>
                    <a:pt x="2287412" y="0"/>
                    <a:pt x="2296627" y="9216"/>
                    <a:pt x="2296627" y="20584"/>
                  </a:cubicBezTo>
                  <a:lnTo>
                    <a:pt x="2296627" y="406157"/>
                  </a:lnTo>
                  <a:cubicBezTo>
                    <a:pt x="2296627" y="411616"/>
                    <a:pt x="2294458" y="416851"/>
                    <a:pt x="2290598" y="420711"/>
                  </a:cubicBezTo>
                  <a:cubicBezTo>
                    <a:pt x="2286738" y="424571"/>
                    <a:pt x="2281503" y="426740"/>
                    <a:pt x="2276043" y="426740"/>
                  </a:cubicBezTo>
                  <a:lnTo>
                    <a:pt x="20584" y="426740"/>
                  </a:lnTo>
                  <a:cubicBezTo>
                    <a:pt x="15124" y="426740"/>
                    <a:pt x="9889" y="424571"/>
                    <a:pt x="6029" y="420711"/>
                  </a:cubicBezTo>
                  <a:cubicBezTo>
                    <a:pt x="2169" y="416851"/>
                    <a:pt x="0" y="411616"/>
                    <a:pt x="0" y="406157"/>
                  </a:cubicBezTo>
                  <a:lnTo>
                    <a:pt x="0" y="20584"/>
                  </a:lnTo>
                  <a:cubicBezTo>
                    <a:pt x="0" y="15124"/>
                    <a:pt x="2169" y="9889"/>
                    <a:pt x="6029" y="6029"/>
                  </a:cubicBezTo>
                  <a:cubicBezTo>
                    <a:pt x="9889" y="2169"/>
                    <a:pt x="15124" y="0"/>
                    <a:pt x="20584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1"/>
            <p:cNvSpPr txBox="1"/>
            <p:nvPr/>
          </p:nvSpPr>
          <p:spPr>
            <a:xfrm>
              <a:off x="0" y="-47625"/>
              <a:ext cx="2296627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11"/>
          <p:cNvSpPr txBox="1"/>
          <p:nvPr/>
        </p:nvSpPr>
        <p:spPr>
          <a:xfrm>
            <a:off x="1810050" y="5405100"/>
            <a:ext cx="11242799" cy="1479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10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Windows Service</a:t>
            </a:r>
            <a:endParaRPr dirty="0"/>
          </a:p>
        </p:txBody>
      </p:sp>
      <p:grpSp>
        <p:nvGrpSpPr>
          <p:cNvPr id="417" name="Google Shape;417;p11"/>
          <p:cNvGrpSpPr/>
          <p:nvPr/>
        </p:nvGrpSpPr>
        <p:grpSpPr>
          <a:xfrm>
            <a:off x="12943919" y="4875537"/>
            <a:ext cx="3987175" cy="2157739"/>
            <a:chOff x="0" y="-170167"/>
            <a:chExt cx="5316233" cy="2876985"/>
          </a:xfrm>
        </p:grpSpPr>
        <p:grpSp>
          <p:nvGrpSpPr>
            <p:cNvPr id="418" name="Google Shape;418;p11"/>
            <p:cNvGrpSpPr/>
            <p:nvPr/>
          </p:nvGrpSpPr>
          <p:grpSpPr>
            <a:xfrm>
              <a:off x="2412048" y="2135388"/>
              <a:ext cx="2904185" cy="571430"/>
              <a:chOff x="0" y="-47625"/>
              <a:chExt cx="812800" cy="159927"/>
            </a:xfrm>
          </p:grpSpPr>
          <p:sp>
            <p:nvSpPr>
              <p:cNvPr id="419" name="Google Shape;419;p11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1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1"/>
            <p:cNvGrpSpPr/>
            <p:nvPr/>
          </p:nvGrpSpPr>
          <p:grpSpPr>
            <a:xfrm>
              <a:off x="2040342" y="1367368"/>
              <a:ext cx="3275891" cy="571430"/>
              <a:chOff x="0" y="-47625"/>
              <a:chExt cx="916830" cy="159927"/>
            </a:xfrm>
          </p:grpSpPr>
          <p:sp>
            <p:nvSpPr>
              <p:cNvPr id="422" name="Google Shape;422;p11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1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p11"/>
            <p:cNvGrpSpPr/>
            <p:nvPr/>
          </p:nvGrpSpPr>
          <p:grpSpPr>
            <a:xfrm>
              <a:off x="1295218" y="-170167"/>
              <a:ext cx="1640385" cy="571430"/>
              <a:chOff x="0" y="-47625"/>
              <a:chExt cx="459098" cy="159927"/>
            </a:xfrm>
          </p:grpSpPr>
          <p:sp>
            <p:nvSpPr>
              <p:cNvPr id="425" name="Google Shape;425;p11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1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7" name="Google Shape;427;p11"/>
            <p:cNvGrpSpPr/>
            <p:nvPr/>
          </p:nvGrpSpPr>
          <p:grpSpPr>
            <a:xfrm>
              <a:off x="3314762" y="598600"/>
              <a:ext cx="2001471" cy="571430"/>
              <a:chOff x="0" y="-47625"/>
              <a:chExt cx="560156" cy="159927"/>
            </a:xfrm>
          </p:grpSpPr>
          <p:sp>
            <p:nvSpPr>
              <p:cNvPr id="428" name="Google Shape;428;p11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1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p11"/>
            <p:cNvGrpSpPr/>
            <p:nvPr/>
          </p:nvGrpSpPr>
          <p:grpSpPr>
            <a:xfrm>
              <a:off x="3983833" y="-170167"/>
              <a:ext cx="1332400" cy="571430"/>
              <a:chOff x="0" y="-47625"/>
              <a:chExt cx="372901" cy="159927"/>
            </a:xfrm>
          </p:grpSpPr>
          <p:sp>
            <p:nvSpPr>
              <p:cNvPr id="431" name="Google Shape;431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3" name="Google Shape;433;p11"/>
            <p:cNvGrpSpPr/>
            <p:nvPr/>
          </p:nvGrpSpPr>
          <p:grpSpPr>
            <a:xfrm>
              <a:off x="564138" y="1367368"/>
              <a:ext cx="1332400" cy="571430"/>
              <a:chOff x="0" y="-47625"/>
              <a:chExt cx="372901" cy="159927"/>
            </a:xfrm>
          </p:grpSpPr>
          <p:sp>
            <p:nvSpPr>
              <p:cNvPr id="434" name="Google Shape;434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6" name="Google Shape;436;p11"/>
            <p:cNvGrpSpPr/>
            <p:nvPr/>
          </p:nvGrpSpPr>
          <p:grpSpPr>
            <a:xfrm>
              <a:off x="946465" y="2135388"/>
              <a:ext cx="1332400" cy="571430"/>
              <a:chOff x="0" y="-47625"/>
              <a:chExt cx="372901" cy="159927"/>
            </a:xfrm>
          </p:grpSpPr>
          <p:sp>
            <p:nvSpPr>
              <p:cNvPr id="437" name="Google Shape;437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9" name="Google Shape;439;p11"/>
            <p:cNvGrpSpPr/>
            <p:nvPr/>
          </p:nvGrpSpPr>
          <p:grpSpPr>
            <a:xfrm>
              <a:off x="2412048" y="598600"/>
              <a:ext cx="812012" cy="571430"/>
              <a:chOff x="0" y="-47625"/>
              <a:chExt cx="227259" cy="159927"/>
            </a:xfrm>
          </p:grpSpPr>
          <p:sp>
            <p:nvSpPr>
              <p:cNvPr id="440" name="Google Shape;440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1"/>
            <p:cNvGrpSpPr/>
            <p:nvPr/>
          </p:nvGrpSpPr>
          <p:grpSpPr>
            <a:xfrm>
              <a:off x="0" y="2135388"/>
              <a:ext cx="812012" cy="571430"/>
              <a:chOff x="0" y="-47625"/>
              <a:chExt cx="227259" cy="159927"/>
            </a:xfrm>
          </p:grpSpPr>
          <p:sp>
            <p:nvSpPr>
              <p:cNvPr id="443" name="Google Shape;443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5" name="Google Shape;445;p11"/>
            <p:cNvGrpSpPr/>
            <p:nvPr/>
          </p:nvGrpSpPr>
          <p:grpSpPr>
            <a:xfrm>
              <a:off x="3052129" y="-170167"/>
              <a:ext cx="812012" cy="571430"/>
              <a:chOff x="0" y="-47625"/>
              <a:chExt cx="227259" cy="159927"/>
            </a:xfrm>
          </p:grpSpPr>
          <p:sp>
            <p:nvSpPr>
              <p:cNvPr id="446" name="Google Shape;446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8" name="Google Shape;448;p11"/>
          <p:cNvGrpSpPr/>
          <p:nvPr/>
        </p:nvGrpSpPr>
        <p:grpSpPr>
          <a:xfrm rot="10800000">
            <a:off x="1028700" y="7529499"/>
            <a:ext cx="3184525" cy="1723369"/>
            <a:chOff x="0" y="-135911"/>
            <a:chExt cx="4246034" cy="2297825"/>
          </a:xfrm>
        </p:grpSpPr>
        <p:grpSp>
          <p:nvGrpSpPr>
            <p:cNvPr id="449" name="Google Shape;449;p11"/>
            <p:cNvGrpSpPr/>
            <p:nvPr/>
          </p:nvGrpSpPr>
          <p:grpSpPr>
            <a:xfrm>
              <a:off x="1926484" y="1705518"/>
              <a:ext cx="2319550" cy="456396"/>
              <a:chOff x="0" y="-47625"/>
              <a:chExt cx="812800" cy="159927"/>
            </a:xfrm>
          </p:grpSpPr>
          <p:sp>
            <p:nvSpPr>
              <p:cNvPr id="450" name="Google Shape;450;p11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1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1"/>
            <p:cNvGrpSpPr/>
            <p:nvPr/>
          </p:nvGrpSpPr>
          <p:grpSpPr>
            <a:xfrm>
              <a:off x="1629605" y="1092106"/>
              <a:ext cx="2616429" cy="456396"/>
              <a:chOff x="0" y="-47625"/>
              <a:chExt cx="916830" cy="159927"/>
            </a:xfrm>
          </p:grpSpPr>
          <p:sp>
            <p:nvSpPr>
              <p:cNvPr id="453" name="Google Shape;453;p11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1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1"/>
            <p:cNvGrpSpPr/>
            <p:nvPr/>
          </p:nvGrpSpPr>
          <p:grpSpPr>
            <a:xfrm>
              <a:off x="1034481" y="-135911"/>
              <a:ext cx="1310163" cy="456396"/>
              <a:chOff x="0" y="-47625"/>
              <a:chExt cx="459098" cy="159927"/>
            </a:xfrm>
          </p:grpSpPr>
          <p:sp>
            <p:nvSpPr>
              <p:cNvPr id="456" name="Google Shape;456;p11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1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8" name="Google Shape;458;p11"/>
            <p:cNvGrpSpPr/>
            <p:nvPr/>
          </p:nvGrpSpPr>
          <p:grpSpPr>
            <a:xfrm>
              <a:off x="2647475" y="478098"/>
              <a:ext cx="1598559" cy="456396"/>
              <a:chOff x="0" y="-47625"/>
              <a:chExt cx="560156" cy="159927"/>
            </a:xfrm>
          </p:grpSpPr>
          <p:sp>
            <p:nvSpPr>
              <p:cNvPr id="459" name="Google Shape;459;p11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1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1" name="Google Shape;461;p11"/>
            <p:cNvGrpSpPr/>
            <p:nvPr/>
          </p:nvGrpSpPr>
          <p:grpSpPr>
            <a:xfrm>
              <a:off x="3181856" y="-135911"/>
              <a:ext cx="1064177" cy="456396"/>
              <a:chOff x="0" y="-47625"/>
              <a:chExt cx="372901" cy="159927"/>
            </a:xfrm>
          </p:grpSpPr>
          <p:sp>
            <p:nvSpPr>
              <p:cNvPr id="462" name="Google Shape;462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11"/>
            <p:cNvGrpSpPr/>
            <p:nvPr/>
          </p:nvGrpSpPr>
          <p:grpSpPr>
            <a:xfrm>
              <a:off x="450573" y="1092106"/>
              <a:ext cx="1064177" cy="456396"/>
              <a:chOff x="0" y="-47625"/>
              <a:chExt cx="372901" cy="159927"/>
            </a:xfrm>
          </p:grpSpPr>
          <p:sp>
            <p:nvSpPr>
              <p:cNvPr id="465" name="Google Shape;465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7" name="Google Shape;467;p11"/>
            <p:cNvGrpSpPr/>
            <p:nvPr/>
          </p:nvGrpSpPr>
          <p:grpSpPr>
            <a:xfrm>
              <a:off x="755934" y="1705518"/>
              <a:ext cx="1064177" cy="456396"/>
              <a:chOff x="0" y="-47625"/>
              <a:chExt cx="372901" cy="159927"/>
            </a:xfrm>
          </p:grpSpPr>
          <p:sp>
            <p:nvSpPr>
              <p:cNvPr id="468" name="Google Shape;468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0" name="Google Shape;470;p11"/>
            <p:cNvGrpSpPr/>
            <p:nvPr/>
          </p:nvGrpSpPr>
          <p:grpSpPr>
            <a:xfrm>
              <a:off x="1926484" y="478098"/>
              <a:ext cx="648547" cy="456396"/>
              <a:chOff x="0" y="-47625"/>
              <a:chExt cx="227259" cy="159927"/>
            </a:xfrm>
          </p:grpSpPr>
          <p:sp>
            <p:nvSpPr>
              <p:cNvPr id="471" name="Google Shape;471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3" name="Google Shape;473;p11"/>
            <p:cNvGrpSpPr/>
            <p:nvPr/>
          </p:nvGrpSpPr>
          <p:grpSpPr>
            <a:xfrm>
              <a:off x="0" y="1705518"/>
              <a:ext cx="648547" cy="456396"/>
              <a:chOff x="0" y="-47625"/>
              <a:chExt cx="227259" cy="159927"/>
            </a:xfrm>
          </p:grpSpPr>
          <p:sp>
            <p:nvSpPr>
              <p:cNvPr id="474" name="Google Shape;474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6" name="Google Shape;476;p11"/>
            <p:cNvGrpSpPr/>
            <p:nvPr/>
          </p:nvGrpSpPr>
          <p:grpSpPr>
            <a:xfrm>
              <a:off x="2437712" y="-135911"/>
              <a:ext cx="648547" cy="456396"/>
              <a:chOff x="0" y="-47625"/>
              <a:chExt cx="227259" cy="159927"/>
            </a:xfrm>
          </p:grpSpPr>
          <p:sp>
            <p:nvSpPr>
              <p:cNvPr id="477" name="Google Shape;477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79" name="Google Shape;479;p11"/>
          <p:cNvSpPr txBox="1"/>
          <p:nvPr/>
        </p:nvSpPr>
        <p:spPr>
          <a:xfrm>
            <a:off x="1028700" y="1403850"/>
            <a:ext cx="16880100" cy="183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b="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{Database Backup</a:t>
            </a:r>
            <a:r>
              <a:rPr lang="en-US" sz="9916" b="0" i="0" u="none" strike="noStrike" cap="none" dirty="0" smtClean="0">
                <a:solidFill>
                  <a:srgbClr val="C1FF72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r>
              <a:rPr lang="en-US" sz="9916" b="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12"/>
          <p:cNvGrpSpPr/>
          <p:nvPr/>
        </p:nvGrpSpPr>
        <p:grpSpPr>
          <a:xfrm>
            <a:off x="486062" y="173529"/>
            <a:ext cx="17315876" cy="9454319"/>
            <a:chOff x="0" y="-241102"/>
            <a:chExt cx="23087835" cy="12605759"/>
          </a:xfrm>
        </p:grpSpPr>
        <p:grpSp>
          <p:nvGrpSpPr>
            <p:cNvPr id="485" name="Google Shape;485;p12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486" name="Google Shape;486;p12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2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8" name="Google Shape;488;p12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489" name="Google Shape;489;p12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2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91" name="Google Shape;491;p12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92" name="Google Shape;492;p12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493" name="Google Shape;493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" name="Google Shape;495;p12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496" name="Google Shape;496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8" name="Google Shape;498;p12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499" name="Google Shape;499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1" name="Google Shape;501;p12"/>
          <p:cNvSpPr txBox="1"/>
          <p:nvPr/>
        </p:nvSpPr>
        <p:spPr>
          <a:xfrm>
            <a:off x="6754227" y="6290077"/>
            <a:ext cx="521102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>
                <a:solidFill>
                  <a:srgbClr val="FFFFFF"/>
                </a:solidFill>
                <a:latin typeface="Courier"/>
                <a:sym typeface="Courier"/>
              </a:rPr>
              <a:t>Code Explanation</a:t>
            </a:r>
            <a:endParaRPr sz="1100" dirty="0"/>
          </a:p>
        </p:txBody>
      </p:sp>
      <p:sp>
        <p:nvSpPr>
          <p:cNvPr id="502" name="Google Shape;502;p12"/>
          <p:cNvSpPr txBox="1"/>
          <p:nvPr/>
        </p:nvSpPr>
        <p:spPr>
          <a:xfrm>
            <a:off x="6827732" y="7348798"/>
            <a:ext cx="3770858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58"/>
              </a:lnSpc>
            </a:pP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Code Walkthrough for Key Components</a:t>
            </a:r>
            <a:endParaRPr dirty="0"/>
          </a:p>
        </p:txBody>
      </p:sp>
      <p:sp>
        <p:nvSpPr>
          <p:cNvPr id="503" name="Google Shape;503;p12"/>
          <p:cNvSpPr txBox="1"/>
          <p:nvPr/>
        </p:nvSpPr>
        <p:spPr>
          <a:xfrm>
            <a:off x="1078585" y="6290077"/>
            <a:ext cx="438947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Definition</a:t>
            </a:r>
            <a:endParaRPr dirty="0"/>
          </a:p>
        </p:txBody>
      </p:sp>
      <p:sp>
        <p:nvSpPr>
          <p:cNvPr id="504" name="Google Shape;504;p12"/>
          <p:cNvSpPr txBox="1"/>
          <p:nvPr/>
        </p:nvSpPr>
        <p:spPr>
          <a:xfrm>
            <a:off x="1109190" y="7348798"/>
            <a:ext cx="3770858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rgbClr val="FFFFFF"/>
                </a:solidFill>
                <a:latin typeface="Roboto Mono"/>
                <a:ea typeface="Roboto Mono"/>
                <a:sym typeface="Roboto Mono"/>
              </a:rPr>
              <a:t>What is database backup service</a:t>
            </a:r>
            <a:endParaRPr dirty="0"/>
          </a:p>
        </p:txBody>
      </p:sp>
      <p:sp>
        <p:nvSpPr>
          <p:cNvPr id="505" name="Google Shape;505;p12"/>
          <p:cNvSpPr txBox="1"/>
          <p:nvPr/>
        </p:nvSpPr>
        <p:spPr>
          <a:xfrm>
            <a:off x="12553259" y="6234060"/>
            <a:ext cx="379447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79"/>
              </a:lnSpc>
            </a:pPr>
            <a:r>
              <a:rPr lang="en-US" sz="4000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Test Results</a:t>
            </a:r>
            <a:endParaRPr sz="1100" dirty="0"/>
          </a:p>
        </p:txBody>
      </p:sp>
      <p:sp>
        <p:nvSpPr>
          <p:cNvPr id="506" name="Google Shape;506;p12"/>
          <p:cNvSpPr txBox="1"/>
          <p:nvPr/>
        </p:nvSpPr>
        <p:spPr>
          <a:xfrm>
            <a:off x="12701926" y="7348798"/>
            <a:ext cx="3770858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smtClean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Testing service using Console Mode</a:t>
            </a:r>
            <a:endParaRPr dirty="0"/>
          </a:p>
        </p:txBody>
      </p:sp>
      <p:sp>
        <p:nvSpPr>
          <p:cNvPr id="507" name="Google Shape;507;p12"/>
          <p:cNvSpPr txBox="1"/>
          <p:nvPr/>
        </p:nvSpPr>
        <p:spPr>
          <a:xfrm>
            <a:off x="1028700" y="1199357"/>
            <a:ext cx="14151501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b="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TABLE OF CONTENTS</a:t>
            </a:r>
            <a:endParaRPr dirty="0"/>
          </a:p>
        </p:txBody>
      </p:sp>
      <p:grpSp>
        <p:nvGrpSpPr>
          <p:cNvPr id="508" name="Google Shape;508;p12"/>
          <p:cNvGrpSpPr/>
          <p:nvPr/>
        </p:nvGrpSpPr>
        <p:grpSpPr>
          <a:xfrm>
            <a:off x="1028700" y="3601510"/>
            <a:ext cx="2633927" cy="1663607"/>
            <a:chOff x="0" y="-47625"/>
            <a:chExt cx="751045" cy="474365"/>
          </a:xfrm>
        </p:grpSpPr>
        <p:sp>
          <p:nvSpPr>
            <p:cNvPr id="509" name="Google Shape;509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FF6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2"/>
          <p:cNvGrpSpPr/>
          <p:nvPr/>
        </p:nvGrpSpPr>
        <p:grpSpPr>
          <a:xfrm>
            <a:off x="6747241" y="3601510"/>
            <a:ext cx="2633927" cy="1663607"/>
            <a:chOff x="0" y="-47625"/>
            <a:chExt cx="751045" cy="474365"/>
          </a:xfrm>
        </p:grpSpPr>
        <p:sp>
          <p:nvSpPr>
            <p:cNvPr id="512" name="Google Shape;512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8C5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4" name="Google Shape;514;p12"/>
          <p:cNvGrpSpPr/>
          <p:nvPr/>
        </p:nvGrpSpPr>
        <p:grpSpPr>
          <a:xfrm>
            <a:off x="1109190" y="3845754"/>
            <a:ext cx="2633927" cy="1663607"/>
            <a:chOff x="0" y="-47625"/>
            <a:chExt cx="751045" cy="474365"/>
          </a:xfrm>
        </p:grpSpPr>
        <p:sp>
          <p:nvSpPr>
            <p:cNvPr id="515" name="Google Shape;515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2"/>
          <p:cNvGrpSpPr/>
          <p:nvPr/>
        </p:nvGrpSpPr>
        <p:grpSpPr>
          <a:xfrm>
            <a:off x="6827732" y="3845754"/>
            <a:ext cx="2633927" cy="1663607"/>
            <a:chOff x="0" y="-47625"/>
            <a:chExt cx="751045" cy="474365"/>
          </a:xfrm>
        </p:grpSpPr>
        <p:sp>
          <p:nvSpPr>
            <p:cNvPr id="518" name="Google Shape;518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0" name="Google Shape;520;p12"/>
          <p:cNvSpPr txBox="1"/>
          <p:nvPr/>
        </p:nvSpPr>
        <p:spPr>
          <a:xfrm>
            <a:off x="1559660" y="4068914"/>
            <a:ext cx="1732987" cy="16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b="0" i="0" u="none" strike="noStrike" cap="none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01</a:t>
            </a:r>
            <a:endParaRPr/>
          </a:p>
        </p:txBody>
      </p:sp>
      <p:sp>
        <p:nvSpPr>
          <p:cNvPr id="521" name="Google Shape;521;p12"/>
          <p:cNvSpPr txBox="1"/>
          <p:nvPr/>
        </p:nvSpPr>
        <p:spPr>
          <a:xfrm>
            <a:off x="7278202" y="3922961"/>
            <a:ext cx="1732987" cy="16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b="0" i="0" u="none" strike="noStrike" cap="none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02</a:t>
            </a:r>
            <a:endParaRPr/>
          </a:p>
        </p:txBody>
      </p:sp>
      <p:grpSp>
        <p:nvGrpSpPr>
          <p:cNvPr id="522" name="Google Shape;522;p12"/>
          <p:cNvGrpSpPr/>
          <p:nvPr/>
        </p:nvGrpSpPr>
        <p:grpSpPr>
          <a:xfrm>
            <a:off x="12465783" y="3601510"/>
            <a:ext cx="2633927" cy="1663607"/>
            <a:chOff x="0" y="-47625"/>
            <a:chExt cx="751045" cy="474365"/>
          </a:xfrm>
        </p:grpSpPr>
        <p:sp>
          <p:nvSpPr>
            <p:cNvPr id="523" name="Google Shape;523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5" name="Google Shape;525;p12"/>
          <p:cNvGrpSpPr/>
          <p:nvPr/>
        </p:nvGrpSpPr>
        <p:grpSpPr>
          <a:xfrm>
            <a:off x="12546273" y="3845754"/>
            <a:ext cx="2633927" cy="1663607"/>
            <a:chOff x="0" y="-47625"/>
            <a:chExt cx="751045" cy="474365"/>
          </a:xfrm>
        </p:grpSpPr>
        <p:sp>
          <p:nvSpPr>
            <p:cNvPr id="526" name="Google Shape;526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8" name="Google Shape;528;p12"/>
          <p:cNvSpPr txBox="1"/>
          <p:nvPr/>
        </p:nvSpPr>
        <p:spPr>
          <a:xfrm>
            <a:off x="13081159" y="3922961"/>
            <a:ext cx="1732987" cy="16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b="0" i="0" u="none" strike="noStrike" cap="none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03</a:t>
            </a:r>
            <a:endParaRPr/>
          </a:p>
        </p:txBody>
      </p:sp>
      <p:grpSp>
        <p:nvGrpSpPr>
          <p:cNvPr id="529" name="Google Shape;529;p12"/>
          <p:cNvGrpSpPr/>
          <p:nvPr/>
        </p:nvGrpSpPr>
        <p:grpSpPr>
          <a:xfrm>
            <a:off x="14814146" y="1449417"/>
            <a:ext cx="2670863" cy="1445390"/>
            <a:chOff x="0" y="-113989"/>
            <a:chExt cx="3561150" cy="1927187"/>
          </a:xfrm>
        </p:grpSpPr>
        <p:grpSp>
          <p:nvGrpSpPr>
            <p:cNvPr id="530" name="Google Shape;530;p12"/>
            <p:cNvGrpSpPr/>
            <p:nvPr/>
          </p:nvGrpSpPr>
          <p:grpSpPr>
            <a:xfrm>
              <a:off x="1615742" y="1430418"/>
              <a:ext cx="1945407" cy="382780"/>
              <a:chOff x="0" y="-47625"/>
              <a:chExt cx="812800" cy="159927"/>
            </a:xfrm>
          </p:grpSpPr>
          <p:sp>
            <p:nvSpPr>
              <p:cNvPr id="531" name="Google Shape;531;p12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2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p12"/>
            <p:cNvGrpSpPr/>
            <p:nvPr/>
          </p:nvGrpSpPr>
          <p:grpSpPr>
            <a:xfrm>
              <a:off x="1366750" y="915949"/>
              <a:ext cx="2194399" cy="382780"/>
              <a:chOff x="0" y="-47625"/>
              <a:chExt cx="916830" cy="159927"/>
            </a:xfrm>
          </p:grpSpPr>
          <p:sp>
            <p:nvSpPr>
              <p:cNvPr id="534" name="Google Shape;534;p12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12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12"/>
            <p:cNvGrpSpPr/>
            <p:nvPr/>
          </p:nvGrpSpPr>
          <p:grpSpPr>
            <a:xfrm>
              <a:off x="867619" y="-113989"/>
              <a:ext cx="1098834" cy="382780"/>
              <a:chOff x="0" y="-47625"/>
              <a:chExt cx="459098" cy="159927"/>
            </a:xfrm>
          </p:grpSpPr>
          <p:sp>
            <p:nvSpPr>
              <p:cNvPr id="537" name="Google Shape;537;p12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2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9" name="Google Shape;539;p12"/>
            <p:cNvGrpSpPr/>
            <p:nvPr/>
          </p:nvGrpSpPr>
          <p:grpSpPr>
            <a:xfrm>
              <a:off x="2220438" y="400980"/>
              <a:ext cx="1340712" cy="382780"/>
              <a:chOff x="0" y="-47625"/>
              <a:chExt cx="560156" cy="159927"/>
            </a:xfrm>
          </p:grpSpPr>
          <p:sp>
            <p:nvSpPr>
              <p:cNvPr id="540" name="Google Shape;540;p12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2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" name="Google Shape;542;p12"/>
            <p:cNvGrpSpPr/>
            <p:nvPr/>
          </p:nvGrpSpPr>
          <p:grpSpPr>
            <a:xfrm>
              <a:off x="2668624" y="-113989"/>
              <a:ext cx="892526" cy="382780"/>
              <a:chOff x="0" y="-47625"/>
              <a:chExt cx="372901" cy="159927"/>
            </a:xfrm>
          </p:grpSpPr>
          <p:sp>
            <p:nvSpPr>
              <p:cNvPr id="543" name="Google Shape;543;p12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2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5" name="Google Shape;545;p12"/>
            <p:cNvGrpSpPr/>
            <p:nvPr/>
          </p:nvGrpSpPr>
          <p:grpSpPr>
            <a:xfrm>
              <a:off x="377896" y="915949"/>
              <a:ext cx="892526" cy="382780"/>
              <a:chOff x="0" y="-47625"/>
              <a:chExt cx="372901" cy="159927"/>
            </a:xfrm>
          </p:grpSpPr>
          <p:sp>
            <p:nvSpPr>
              <p:cNvPr id="546" name="Google Shape;546;p12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2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12"/>
            <p:cNvGrpSpPr/>
            <p:nvPr/>
          </p:nvGrpSpPr>
          <p:grpSpPr>
            <a:xfrm>
              <a:off x="634002" y="1430418"/>
              <a:ext cx="892526" cy="382780"/>
              <a:chOff x="0" y="-47625"/>
              <a:chExt cx="372901" cy="159927"/>
            </a:xfrm>
          </p:grpSpPr>
          <p:sp>
            <p:nvSpPr>
              <p:cNvPr id="549" name="Google Shape;549;p12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2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1" name="Google Shape;551;p12"/>
            <p:cNvGrpSpPr/>
            <p:nvPr/>
          </p:nvGrpSpPr>
          <p:grpSpPr>
            <a:xfrm>
              <a:off x="1615742" y="400980"/>
              <a:ext cx="543937" cy="382780"/>
              <a:chOff x="0" y="-47625"/>
              <a:chExt cx="227259" cy="159927"/>
            </a:xfrm>
          </p:grpSpPr>
          <p:sp>
            <p:nvSpPr>
              <p:cNvPr id="552" name="Google Shape;552;p12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2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4" name="Google Shape;554;p12"/>
            <p:cNvGrpSpPr/>
            <p:nvPr/>
          </p:nvGrpSpPr>
          <p:grpSpPr>
            <a:xfrm>
              <a:off x="0" y="1430418"/>
              <a:ext cx="543937" cy="382780"/>
              <a:chOff x="0" y="-47625"/>
              <a:chExt cx="227259" cy="159927"/>
            </a:xfrm>
          </p:grpSpPr>
          <p:sp>
            <p:nvSpPr>
              <p:cNvPr id="555" name="Google Shape;555;p12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2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7" name="Google Shape;557;p12"/>
            <p:cNvGrpSpPr/>
            <p:nvPr/>
          </p:nvGrpSpPr>
          <p:grpSpPr>
            <a:xfrm>
              <a:off x="2044509" y="-113989"/>
              <a:ext cx="543937" cy="382780"/>
              <a:chOff x="0" y="-47625"/>
              <a:chExt cx="227259" cy="159927"/>
            </a:xfrm>
          </p:grpSpPr>
          <p:sp>
            <p:nvSpPr>
              <p:cNvPr id="558" name="Google Shape;558;p12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2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p13"/>
          <p:cNvGrpSpPr/>
          <p:nvPr/>
        </p:nvGrpSpPr>
        <p:grpSpPr>
          <a:xfrm>
            <a:off x="486062" y="378240"/>
            <a:ext cx="17315876" cy="9454319"/>
            <a:chOff x="0" y="-241102"/>
            <a:chExt cx="23087835" cy="12605759"/>
          </a:xfrm>
        </p:grpSpPr>
        <p:grpSp>
          <p:nvGrpSpPr>
            <p:cNvPr id="565" name="Google Shape;565;p13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566" name="Google Shape;566;p13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3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8" name="Google Shape;568;p13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569" name="Google Shape;569;p13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3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71" name="Google Shape;571;p13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572" name="Google Shape;572;p13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573" name="Google Shape;573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5" name="Google Shape;575;p13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576" name="Google Shape;576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8" name="Google Shape;578;p13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579" name="Google Shape;579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81" name="Google Shape;581;p13"/>
          <p:cNvSpPr txBox="1"/>
          <p:nvPr/>
        </p:nvSpPr>
        <p:spPr>
          <a:xfrm>
            <a:off x="1109190" y="3428698"/>
            <a:ext cx="10321419" cy="183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dirty="0" smtClean="0">
                <a:solidFill>
                  <a:srgbClr val="FFFFFF"/>
                </a:solidFill>
                <a:latin typeface="Courier"/>
                <a:sym typeface="Courier"/>
              </a:rPr>
              <a:t>Definition</a:t>
            </a:r>
            <a:endParaRPr dirty="0"/>
          </a:p>
        </p:txBody>
      </p:sp>
      <p:grpSp>
        <p:nvGrpSpPr>
          <p:cNvPr id="582" name="Google Shape;582;p13"/>
          <p:cNvGrpSpPr/>
          <p:nvPr/>
        </p:nvGrpSpPr>
        <p:grpSpPr>
          <a:xfrm>
            <a:off x="1028700" y="1497756"/>
            <a:ext cx="2633927" cy="1663607"/>
            <a:chOff x="0" y="-47625"/>
            <a:chExt cx="751045" cy="474365"/>
          </a:xfrm>
        </p:grpSpPr>
        <p:sp>
          <p:nvSpPr>
            <p:cNvPr id="583" name="Google Shape;583;p13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FF6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3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5" name="Google Shape;585;p13"/>
          <p:cNvGrpSpPr/>
          <p:nvPr/>
        </p:nvGrpSpPr>
        <p:grpSpPr>
          <a:xfrm>
            <a:off x="1109190" y="1742000"/>
            <a:ext cx="2633927" cy="1663607"/>
            <a:chOff x="0" y="-47625"/>
            <a:chExt cx="751045" cy="474365"/>
          </a:xfrm>
        </p:grpSpPr>
        <p:sp>
          <p:nvSpPr>
            <p:cNvPr id="586" name="Google Shape;586;p13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8" name="Google Shape;588;p13"/>
          <p:cNvSpPr txBox="1"/>
          <p:nvPr/>
        </p:nvSpPr>
        <p:spPr>
          <a:xfrm>
            <a:off x="1559660" y="1965160"/>
            <a:ext cx="1732987" cy="16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b="0" i="0" u="none" strike="noStrike" cap="none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01</a:t>
            </a:r>
            <a:endParaRPr/>
          </a:p>
        </p:txBody>
      </p:sp>
      <p:sp>
        <p:nvSpPr>
          <p:cNvPr id="589" name="Google Shape;589;p13"/>
          <p:cNvSpPr txBox="1"/>
          <p:nvPr/>
        </p:nvSpPr>
        <p:spPr>
          <a:xfrm>
            <a:off x="1109189" y="5105400"/>
            <a:ext cx="15597145" cy="31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36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Database backup service is a automatically performs a full backup of a specified SQL Server database at a predefined interval, such as every minute or ever hour.</a:t>
            </a:r>
          </a:p>
          <a:p>
            <a:pPr lvl="0">
              <a:lnSpc>
                <a:spcPct val="115000"/>
              </a:lnSpc>
            </a:pPr>
            <a:r>
              <a:rPr lang="en-US" sz="36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It stores backup file in a folder, appending a timestamp to the file name.</a:t>
            </a:r>
          </a:p>
        </p:txBody>
      </p:sp>
      <p:grpSp>
        <p:nvGrpSpPr>
          <p:cNvPr id="590" name="Google Shape;590;p13"/>
          <p:cNvGrpSpPr/>
          <p:nvPr/>
        </p:nvGrpSpPr>
        <p:grpSpPr>
          <a:xfrm>
            <a:off x="12237060" y="1508356"/>
            <a:ext cx="4886815" cy="2644597"/>
            <a:chOff x="0" y="-208563"/>
            <a:chExt cx="6515753" cy="3526129"/>
          </a:xfrm>
        </p:grpSpPr>
        <p:grpSp>
          <p:nvGrpSpPr>
            <p:cNvPr id="591" name="Google Shape;591;p13"/>
            <p:cNvGrpSpPr/>
            <p:nvPr/>
          </p:nvGrpSpPr>
          <p:grpSpPr>
            <a:xfrm>
              <a:off x="2956287" y="2617202"/>
              <a:ext cx="3559466" cy="700364"/>
              <a:chOff x="0" y="-47625"/>
              <a:chExt cx="812800" cy="159927"/>
            </a:xfrm>
          </p:grpSpPr>
          <p:sp>
            <p:nvSpPr>
              <p:cNvPr id="592" name="Google Shape;592;p13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3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13"/>
            <p:cNvGrpSpPr/>
            <p:nvPr/>
          </p:nvGrpSpPr>
          <p:grpSpPr>
            <a:xfrm>
              <a:off x="2500711" y="1675891"/>
              <a:ext cx="4015041" cy="700364"/>
              <a:chOff x="0" y="-47625"/>
              <a:chExt cx="916830" cy="159927"/>
            </a:xfrm>
          </p:grpSpPr>
          <p:sp>
            <p:nvSpPr>
              <p:cNvPr id="595" name="Google Shape;595;p13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3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13"/>
            <p:cNvGrpSpPr/>
            <p:nvPr/>
          </p:nvGrpSpPr>
          <p:grpSpPr>
            <a:xfrm>
              <a:off x="1587463" y="-208563"/>
              <a:ext cx="2010510" cy="700364"/>
              <a:chOff x="0" y="-47625"/>
              <a:chExt cx="459098" cy="159927"/>
            </a:xfrm>
          </p:grpSpPr>
          <p:sp>
            <p:nvSpPr>
              <p:cNvPr id="598" name="Google Shape;598;p13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13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" name="Google Shape;600;p13"/>
            <p:cNvGrpSpPr/>
            <p:nvPr/>
          </p:nvGrpSpPr>
          <p:grpSpPr>
            <a:xfrm>
              <a:off x="4062684" y="733664"/>
              <a:ext cx="2453069" cy="700364"/>
              <a:chOff x="0" y="-47625"/>
              <a:chExt cx="560156" cy="159927"/>
            </a:xfrm>
          </p:grpSpPr>
          <p:sp>
            <p:nvSpPr>
              <p:cNvPr id="601" name="Google Shape;601;p13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13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3" name="Google Shape;603;p13"/>
            <p:cNvGrpSpPr/>
            <p:nvPr/>
          </p:nvGrpSpPr>
          <p:grpSpPr>
            <a:xfrm>
              <a:off x="4882719" y="-208563"/>
              <a:ext cx="1633034" cy="700364"/>
              <a:chOff x="0" y="-47625"/>
              <a:chExt cx="372901" cy="159927"/>
            </a:xfrm>
          </p:grpSpPr>
          <p:sp>
            <p:nvSpPr>
              <p:cNvPr id="604" name="Google Shape;604;p1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13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6" name="Google Shape;606;p13"/>
            <p:cNvGrpSpPr/>
            <p:nvPr/>
          </p:nvGrpSpPr>
          <p:grpSpPr>
            <a:xfrm>
              <a:off x="691427" y="1675891"/>
              <a:ext cx="1633034" cy="700364"/>
              <a:chOff x="0" y="-47625"/>
              <a:chExt cx="372901" cy="159927"/>
            </a:xfrm>
          </p:grpSpPr>
          <p:sp>
            <p:nvSpPr>
              <p:cNvPr id="607" name="Google Shape;607;p1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13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9" name="Google Shape;609;p13"/>
            <p:cNvGrpSpPr/>
            <p:nvPr/>
          </p:nvGrpSpPr>
          <p:grpSpPr>
            <a:xfrm>
              <a:off x="1160019" y="2617202"/>
              <a:ext cx="1633034" cy="700364"/>
              <a:chOff x="0" y="-47625"/>
              <a:chExt cx="372901" cy="159927"/>
            </a:xfrm>
          </p:grpSpPr>
          <p:sp>
            <p:nvSpPr>
              <p:cNvPr id="610" name="Google Shape;610;p1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13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2" name="Google Shape;612;p13"/>
            <p:cNvGrpSpPr/>
            <p:nvPr/>
          </p:nvGrpSpPr>
          <p:grpSpPr>
            <a:xfrm>
              <a:off x="2956287" y="733664"/>
              <a:ext cx="995228" cy="700364"/>
              <a:chOff x="0" y="-47625"/>
              <a:chExt cx="227259" cy="159927"/>
            </a:xfrm>
          </p:grpSpPr>
          <p:sp>
            <p:nvSpPr>
              <p:cNvPr id="613" name="Google Shape;613;p1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3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5" name="Google Shape;615;p13"/>
            <p:cNvGrpSpPr/>
            <p:nvPr/>
          </p:nvGrpSpPr>
          <p:grpSpPr>
            <a:xfrm>
              <a:off x="0" y="2617202"/>
              <a:ext cx="995228" cy="700364"/>
              <a:chOff x="0" y="-47625"/>
              <a:chExt cx="227259" cy="159927"/>
            </a:xfrm>
          </p:grpSpPr>
          <p:sp>
            <p:nvSpPr>
              <p:cNvPr id="616" name="Google Shape;616;p1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3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13"/>
            <p:cNvGrpSpPr/>
            <p:nvPr/>
          </p:nvGrpSpPr>
          <p:grpSpPr>
            <a:xfrm>
              <a:off x="3740791" y="-208563"/>
              <a:ext cx="995228" cy="700364"/>
              <a:chOff x="0" y="-47625"/>
              <a:chExt cx="227259" cy="159927"/>
            </a:xfrm>
          </p:grpSpPr>
          <p:sp>
            <p:nvSpPr>
              <p:cNvPr id="619" name="Google Shape;619;p1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3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Build Instructions</a:t>
            </a:r>
            <a:endParaRPr lang="ar-M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3600425"/>
            <a:ext cx="12801600" cy="5574055"/>
          </a:xfrm>
        </p:spPr>
        <p:txBody>
          <a:bodyPr>
            <a:normAutofit lnSpcReduction="10000"/>
          </a:bodyPr>
          <a:lstStyle/>
          <a:p>
            <a:pPr marL="5334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Launch Visual Studio</a:t>
            </a:r>
          </a:p>
          <a:p>
            <a:pPr marL="5334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Open the </a:t>
            </a:r>
            <a:r>
              <a:rPr lang="en-US" dirty="0" err="1" smtClean="0"/>
              <a:t>DatabaseBackupService</a:t>
            </a:r>
            <a:r>
              <a:rPr lang="en-US" dirty="0" smtClean="0"/>
              <a:t> </a:t>
            </a:r>
            <a:r>
              <a:rPr lang="en-US" dirty="0"/>
              <a:t>solution file.</a:t>
            </a:r>
          </a:p>
          <a:p>
            <a:pPr marL="5334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Open </a:t>
            </a:r>
            <a:r>
              <a:rPr lang="en-US" dirty="0" err="1"/>
              <a:t>App.config</a:t>
            </a:r>
            <a:r>
              <a:rPr lang="en-US" dirty="0"/>
              <a:t> and Update the folder paths</a:t>
            </a:r>
          </a:p>
          <a:p>
            <a:pPr marL="5334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Select Build → Build Solution.</a:t>
            </a:r>
          </a:p>
          <a:p>
            <a:pPr marL="5334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The compiled service executable will be generated in: bin\Release</a:t>
            </a:r>
            <a:r>
              <a:rPr lang="en-US" dirty="0" smtClean="0"/>
              <a:t>\</a:t>
            </a:r>
            <a:r>
              <a:rPr lang="en-US" dirty="0"/>
              <a:t> DatabaseBackupService</a:t>
            </a:r>
            <a:r>
              <a:rPr lang="en-US" dirty="0" smtClean="0"/>
              <a:t>.exe </a:t>
            </a:r>
            <a:r>
              <a:rPr lang="en-US" dirty="0"/>
              <a:t>or </a:t>
            </a:r>
          </a:p>
          <a:p>
            <a:pPr marL="5334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bin\Debug\</a:t>
            </a:r>
            <a:r>
              <a:rPr lang="en-US" dirty="0"/>
              <a:t> DatabaseBackupService</a:t>
            </a:r>
            <a:r>
              <a:rPr lang="en-US" dirty="0" smtClean="0"/>
              <a:t>.exe</a:t>
            </a:r>
            <a:endParaRPr lang="en-US" dirty="0"/>
          </a:p>
          <a:p>
            <a:pPr algn="l">
              <a:lnSpc>
                <a:spcPct val="200000"/>
              </a:lnSpc>
            </a:pPr>
            <a:endParaRPr lang="ar-MA" dirty="0"/>
          </a:p>
        </p:txBody>
      </p:sp>
    </p:spTree>
    <p:extLst>
      <p:ext uri="{BB962C8B-B14F-4D97-AF65-F5344CB8AC3E}">
        <p14:creationId xmlns:p14="http://schemas.microsoft.com/office/powerpoint/2010/main" val="2659536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Service Installation</a:t>
            </a:r>
            <a:endParaRPr lang="ar-M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6880" y="3429000"/>
            <a:ext cx="11826240" cy="5882640"/>
          </a:xfrm>
        </p:spPr>
        <p:txBody>
          <a:bodyPr>
            <a:normAutofit/>
          </a:bodyPr>
          <a:lstStyle/>
          <a:p>
            <a:pPr marL="5334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Open Command Prompt as Administrator</a:t>
            </a:r>
          </a:p>
          <a:p>
            <a:pPr marL="5334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Install the service: "C:\Windows\Microsoft.NET\Framework64\v4.0.30319\InstallUtil.exe" "C:\Path_To_Your_Service\ </a:t>
            </a:r>
            <a:r>
              <a:rPr lang="en-US" dirty="0" smtClean="0"/>
              <a:t>DatabaseBackupService.exe“</a:t>
            </a:r>
            <a:endParaRPr lang="en-US" dirty="0"/>
          </a:p>
          <a:p>
            <a:pPr marL="5334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Start the service:  net start </a:t>
            </a:r>
            <a:r>
              <a:rPr lang="en-US" dirty="0" err="1"/>
              <a:t>DatabaseBackupService</a:t>
            </a:r>
            <a:r>
              <a:rPr lang="en-US" dirty="0" smtClean="0"/>
              <a:t> </a:t>
            </a:r>
            <a:endParaRPr lang="en-US" dirty="0"/>
          </a:p>
          <a:p>
            <a:pPr marL="5334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Stop the service:  net stop </a:t>
            </a:r>
            <a:r>
              <a:rPr lang="en-US" dirty="0" err="1"/>
              <a:t>DatabaseBackupService</a:t>
            </a:r>
            <a:r>
              <a:rPr lang="en-US" dirty="0" smtClean="0"/>
              <a:t> </a:t>
            </a:r>
            <a:endParaRPr lang="en-US" dirty="0"/>
          </a:p>
          <a:p>
            <a:pPr marL="5334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Uninstall the service: "C:\Windows\Microsoft.NET\Framework64\v4.0.30319\InstallUtil.exe“ /u "C:\</a:t>
            </a:r>
            <a:r>
              <a:rPr lang="en-US" dirty="0" smtClean="0"/>
              <a:t>Path_To_Your_Service\DatabaseBackupService“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ar-MA" dirty="0"/>
          </a:p>
        </p:txBody>
      </p:sp>
    </p:spTree>
    <p:extLst>
      <p:ext uri="{BB962C8B-B14F-4D97-AF65-F5344CB8AC3E}">
        <p14:creationId xmlns:p14="http://schemas.microsoft.com/office/powerpoint/2010/main" val="1147319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172</Words>
  <Application>Microsoft Office PowerPoint</Application>
  <PresentationFormat>Custom</PresentationFormat>
  <Paragraphs>29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Courier</vt:lpstr>
      <vt:lpstr>Roboto Mono</vt:lpstr>
      <vt:lpstr>Introduction to Java Programming for High School  Presentation</vt:lpstr>
      <vt:lpstr>PowerPoint Presentation</vt:lpstr>
      <vt:lpstr>PowerPoint Presentation</vt:lpstr>
      <vt:lpstr>PowerPoint Presentation</vt:lpstr>
      <vt:lpstr>Build Instructions</vt:lpstr>
      <vt:lpstr>Service Installation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SBS</cp:lastModifiedBy>
  <cp:revision>7</cp:revision>
  <dcterms:modified xsi:type="dcterms:W3CDTF">2026-10-21T14:52:06Z</dcterms:modified>
</cp:coreProperties>
</file>